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штатная установка и удаление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студентов ССА 3 курса</a:t>
            </a:r>
          </a:p>
        </p:txBody>
      </p:sp>
    </p:spTree>
    <p:extLst>
      <p:ext uri="{BB962C8B-B14F-4D97-AF65-F5344CB8AC3E}">
        <p14:creationId xmlns:p14="http://schemas.microsoft.com/office/powerpoint/2010/main" val="53277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Шатная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команда установки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СУБД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репозитория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708920"/>
            <a:ext cx="8154107" cy="464860"/>
          </a:xfrm>
        </p:spPr>
      </p:pic>
      <p:sp>
        <p:nvSpPr>
          <p:cNvPr id="5" name="TextBox 4"/>
          <p:cNvSpPr txBox="1"/>
          <p:nvPr/>
        </p:nvSpPr>
        <p:spPr>
          <a:xfrm>
            <a:off x="755576" y="3933056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Обратите внимание, что установка осуществляется от имени </a:t>
            </a:r>
            <a:r>
              <a:rPr lang="ru-RU" i="1" dirty="0" err="1" smtClean="0"/>
              <a:t>суперпользователя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969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Процесс установки СУБД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10" y="2060848"/>
            <a:ext cx="8615590" cy="3600400"/>
          </a:xfrm>
        </p:spPr>
      </p:pic>
    </p:spTree>
    <p:extLst>
      <p:ext uri="{BB962C8B-B14F-4D97-AF65-F5344CB8AC3E}">
        <p14:creationId xmlns:p14="http://schemas.microsoft.com/office/powerpoint/2010/main" val="65007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«Включаем» СУБД в систему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9624"/>
            <a:ext cx="9144000" cy="514637"/>
          </a:xfrm>
        </p:spPr>
      </p:pic>
      <p:sp>
        <p:nvSpPr>
          <p:cNvPr id="7" name="TextBox 6"/>
          <p:cNvSpPr txBox="1"/>
          <p:nvPr/>
        </p:nvSpPr>
        <p:spPr>
          <a:xfrm>
            <a:off x="4283968" y="4653136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Обращаем внимание на флаг </a:t>
            </a:r>
            <a:r>
              <a:rPr lang="en-US" dirty="0" smtClean="0"/>
              <a:t>enable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749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статус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7" y="2420888"/>
            <a:ext cx="9268740" cy="2515642"/>
          </a:xfrm>
        </p:spPr>
      </p:pic>
      <p:sp>
        <p:nvSpPr>
          <p:cNvPr id="7" name="TextBox 6"/>
          <p:cNvSpPr txBox="1"/>
          <p:nvPr/>
        </p:nvSpPr>
        <p:spPr>
          <a:xfrm>
            <a:off x="2627784" y="5445224"/>
            <a:ext cx="5976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у Вас выглядит так же, значит у Вас все правильно.</a:t>
            </a:r>
            <a:br>
              <a:rPr lang="ru-RU" dirty="0" smtClean="0"/>
            </a:br>
            <a:r>
              <a:rPr lang="ru-RU" dirty="0" smtClean="0"/>
              <a:t>Если у Вас  иначе значит что-то пошло не так.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20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входа в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субд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под пользователем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28184" y="3933056"/>
            <a:ext cx="248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Здесь мы указываем статический адрес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37" y="2876799"/>
            <a:ext cx="8768659" cy="2424410"/>
          </a:xfrm>
        </p:spPr>
      </p:pic>
    </p:spTree>
    <p:extLst>
      <p:ext uri="{BB962C8B-B14F-4D97-AF65-F5344CB8AC3E}">
        <p14:creationId xmlns:p14="http://schemas.microsoft.com/office/powerpoint/2010/main" val="94390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Процесс выхода из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2060848"/>
            <a:ext cx="8874983" cy="4176464"/>
          </a:xfrm>
        </p:spPr>
      </p:pic>
    </p:spTree>
    <p:extLst>
      <p:ext uri="{BB962C8B-B14F-4D97-AF65-F5344CB8AC3E}">
        <p14:creationId xmlns:p14="http://schemas.microsoft.com/office/powerpoint/2010/main" val="426631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Попытка получить список </a:t>
            </a:r>
            <a:b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баз данных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12" y="2204864"/>
            <a:ext cx="9118616" cy="2088232"/>
          </a:xfrm>
        </p:spPr>
      </p:pic>
      <p:sp>
        <p:nvSpPr>
          <p:cNvPr id="9" name="TextBox 8"/>
          <p:cNvSpPr txBox="1"/>
          <p:nvPr/>
        </p:nvSpPr>
        <p:spPr>
          <a:xfrm>
            <a:off x="395536" y="5085184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SHOW DATABASES; </a:t>
            </a:r>
            <a:r>
              <a:rPr lang="ru-RU" dirty="0" smtClean="0"/>
              <a:t>в данном случае не правильная команда. Это команда работает не в </a:t>
            </a:r>
            <a:r>
              <a:rPr lang="en-US" dirty="0" err="1" smtClean="0"/>
              <a:t>postgresql</a:t>
            </a:r>
            <a:r>
              <a:rPr lang="en-US" dirty="0" smtClean="0"/>
              <a:t>, a </a:t>
            </a:r>
            <a:r>
              <a:rPr lang="ru-RU" dirty="0" smtClean="0"/>
              <a:t>в </a:t>
            </a:r>
            <a:r>
              <a:rPr lang="en-US" dirty="0" smtClean="0"/>
              <a:t>MySQL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909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Правильная команда получения списка баз данных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3068960"/>
            <a:ext cx="9188220" cy="2088232"/>
          </a:xfrm>
        </p:spPr>
      </p:pic>
    </p:spTree>
    <p:extLst>
      <p:ext uri="{BB962C8B-B14F-4D97-AF65-F5344CB8AC3E}">
        <p14:creationId xmlns:p14="http://schemas.microsoft.com/office/powerpoint/2010/main" val="332391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Перед удалением проверяем статус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1" y="1311812"/>
            <a:ext cx="8706636" cy="5141524"/>
          </a:xfrm>
        </p:spPr>
      </p:pic>
    </p:spTree>
    <p:extLst>
      <p:ext uri="{BB962C8B-B14F-4D97-AF65-F5344CB8AC3E}">
        <p14:creationId xmlns:p14="http://schemas.microsoft.com/office/powerpoint/2010/main" val="276610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После остановки состояние 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inactive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1600199"/>
            <a:ext cx="9036496" cy="5060439"/>
          </a:xfrm>
        </p:spPr>
      </p:pic>
    </p:spTree>
    <p:extLst>
      <p:ext uri="{BB962C8B-B14F-4D97-AF65-F5344CB8AC3E}">
        <p14:creationId xmlns:p14="http://schemas.microsoft.com/office/powerpoint/2010/main" val="263797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Отключаем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4983"/>
            <a:ext cx="9036496" cy="1158525"/>
          </a:xfrm>
        </p:spPr>
      </p:pic>
    </p:spTree>
    <p:extLst>
      <p:ext uri="{BB962C8B-B14F-4D97-AF65-F5344CB8AC3E}">
        <p14:creationId xmlns:p14="http://schemas.microsoft.com/office/powerpoint/2010/main" val="1964586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результат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0" y="1484784"/>
            <a:ext cx="8986786" cy="5040560"/>
          </a:xfrm>
        </p:spPr>
      </p:pic>
    </p:spTree>
    <p:extLst>
      <p:ext uri="{BB962C8B-B14F-4D97-AF65-F5344CB8AC3E}">
        <p14:creationId xmlns:p14="http://schemas.microsoft.com/office/powerpoint/2010/main" val="175683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Удаляем СУБД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5517232"/>
            <a:ext cx="6149913" cy="882213"/>
          </a:xfrm>
        </p:spPr>
      </p:pic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700808"/>
            <a:ext cx="6445725" cy="3528392"/>
          </a:xfrm>
        </p:spPr>
      </p:pic>
    </p:spTree>
    <p:extLst>
      <p:ext uri="{BB962C8B-B14F-4D97-AF65-F5344CB8AC3E}">
        <p14:creationId xmlns:p14="http://schemas.microsoft.com/office/powerpoint/2010/main" val="2275206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«Зачищаем» удаление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916832"/>
            <a:ext cx="7153640" cy="2664296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28" y="5013176"/>
            <a:ext cx="7934864" cy="1203604"/>
          </a:xfrm>
        </p:spPr>
      </p:pic>
    </p:spTree>
    <p:extLst>
      <p:ext uri="{BB962C8B-B14F-4D97-AF65-F5344CB8AC3E}">
        <p14:creationId xmlns:p14="http://schemas.microsoft.com/office/powerpoint/2010/main" val="277352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Эти команды подтверждают что все удалилось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988840"/>
            <a:ext cx="5884081" cy="1872208"/>
          </a:xfrm>
        </p:spPr>
      </p:pic>
      <p:sp>
        <p:nvSpPr>
          <p:cNvPr id="9" name="TextBox 8"/>
          <p:cNvSpPr txBox="1"/>
          <p:nvPr/>
        </p:nvSpPr>
        <p:spPr>
          <a:xfrm>
            <a:off x="3707904" y="4365104"/>
            <a:ext cx="5112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показывает что-то другое то можно зачистить вручную </a:t>
            </a:r>
            <a:br>
              <a:rPr lang="ru-RU" dirty="0" smtClean="0"/>
            </a:br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rm</a:t>
            </a:r>
            <a:r>
              <a:rPr lang="en-US" i="1" dirty="0"/>
              <a:t> -</a:t>
            </a:r>
            <a:r>
              <a:rPr lang="en-US" i="1" dirty="0" err="1"/>
              <a:t>rf</a:t>
            </a:r>
            <a:r>
              <a:rPr lang="en-US" i="1" dirty="0"/>
              <a:t> /</a:t>
            </a:r>
            <a:r>
              <a:rPr lang="en-US" i="1" dirty="0" err="1"/>
              <a:t>etc</a:t>
            </a:r>
            <a:r>
              <a:rPr lang="en-US" i="1" dirty="0"/>
              <a:t>/</a:t>
            </a:r>
            <a:r>
              <a:rPr lang="en-US" i="1" dirty="0" err="1"/>
              <a:t>postgresql</a:t>
            </a:r>
            <a:endParaRPr lang="en-US" i="1" dirty="0"/>
          </a:p>
          <a:p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rm</a:t>
            </a:r>
            <a:r>
              <a:rPr lang="en-US" i="1" dirty="0"/>
              <a:t> -</a:t>
            </a:r>
            <a:r>
              <a:rPr lang="en-US" i="1" dirty="0" err="1"/>
              <a:t>rf</a:t>
            </a:r>
            <a:r>
              <a:rPr lang="en-US" i="1" dirty="0"/>
              <a:t> /</a:t>
            </a:r>
            <a:r>
              <a:rPr lang="en-US" i="1" dirty="0" err="1"/>
              <a:t>var</a:t>
            </a:r>
            <a:r>
              <a:rPr lang="en-US" i="1" dirty="0"/>
              <a:t>/lib/</a:t>
            </a:r>
            <a:r>
              <a:rPr lang="en-US" i="1" dirty="0" err="1"/>
              <a:t>postgresql</a:t>
            </a:r>
            <a:endParaRPr lang="en-US" i="1" dirty="0"/>
          </a:p>
          <a:p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rm</a:t>
            </a:r>
            <a:r>
              <a:rPr lang="en-US" i="1" dirty="0"/>
              <a:t> -</a:t>
            </a:r>
            <a:r>
              <a:rPr lang="en-US" i="1" dirty="0" err="1"/>
              <a:t>rf</a:t>
            </a:r>
            <a:r>
              <a:rPr lang="en-US" i="1" dirty="0"/>
              <a:t> /</a:t>
            </a:r>
            <a:r>
              <a:rPr lang="en-US" i="1" dirty="0" err="1"/>
              <a:t>var</a:t>
            </a:r>
            <a:r>
              <a:rPr lang="en-US" i="1" dirty="0"/>
              <a:t>/log/</a:t>
            </a:r>
            <a:r>
              <a:rPr lang="en-US" i="1" dirty="0" err="1"/>
              <a:t>postgresql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111370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129</Words>
  <Application>Microsoft Office PowerPoint</Application>
  <PresentationFormat>Экран (4:3)</PresentationFormat>
  <Paragraphs>25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Postgresql штатная установка и удаление</vt:lpstr>
      <vt:lpstr>Шатная команда установки  СУБД postgresql из репозитория</vt:lpstr>
      <vt:lpstr>Процесс установки СУБД postgresql</vt:lpstr>
      <vt:lpstr>«Включаем» СУБД в систему</vt:lpstr>
      <vt:lpstr>Проверяем статус</vt:lpstr>
      <vt:lpstr>Команда входа в субд под пользователем postgres</vt:lpstr>
      <vt:lpstr>Процесс выхода из СУБД</vt:lpstr>
      <vt:lpstr>Попытка получить список  баз данных </vt:lpstr>
      <vt:lpstr>Правильная команда получения списка баз данных</vt:lpstr>
      <vt:lpstr>Перед удалением проверяем статус</vt:lpstr>
      <vt:lpstr>После остановки состояние inactive</vt:lpstr>
      <vt:lpstr>Отключаем СУБД</vt:lpstr>
      <vt:lpstr>Проверяем результат</vt:lpstr>
      <vt:lpstr>Удаляем СУБД</vt:lpstr>
      <vt:lpstr>«Зачищаем» удаление</vt:lpstr>
      <vt:lpstr>Эти команды подтверждают что все удалилось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двух сетевых соединений на одном сервере</dc:title>
  <dc:creator>нет2 каби</dc:creator>
  <cp:lastModifiedBy>нет2 каби</cp:lastModifiedBy>
  <cp:revision>11</cp:revision>
  <dcterms:created xsi:type="dcterms:W3CDTF">2024-02-23T18:22:01Z</dcterms:created>
  <dcterms:modified xsi:type="dcterms:W3CDTF">2026-10-17T18:45:49Z</dcterms:modified>
</cp:coreProperties>
</file>