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01.09.2024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Настройка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ssh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сервера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Для студентов ССА-3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807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первую очередь, хочется упомянуть, что если мы находимся на стадии установки: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58" y="1909878"/>
            <a:ext cx="8190390" cy="3967394"/>
          </a:xfrm>
        </p:spPr>
      </p:pic>
      <p:sp>
        <p:nvSpPr>
          <p:cNvPr id="5" name="TextBox 4"/>
          <p:cNvSpPr txBox="1"/>
          <p:nvPr/>
        </p:nvSpPr>
        <p:spPr>
          <a:xfrm>
            <a:off x="539552" y="6021288"/>
            <a:ext cx="81369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и знаем, что нам понадобится </a:t>
            </a:r>
            <a:r>
              <a:rPr lang="en-US" dirty="0" smtClean="0"/>
              <a:t>SSH-server</a:t>
            </a:r>
            <a:r>
              <a:rPr lang="ru-RU" dirty="0" smtClean="0"/>
              <a:t>, то мы его можем просто поставить указав галочкой, как в 11 так и в 12 </a:t>
            </a:r>
            <a:r>
              <a:rPr lang="en-US" dirty="0" err="1" smtClean="0"/>
              <a:t>Debian</a:t>
            </a:r>
            <a:r>
              <a:rPr lang="en-US" dirty="0" smtClean="0"/>
              <a:t>. </a:t>
            </a:r>
            <a:r>
              <a:rPr lang="ru-RU" dirty="0" smtClean="0"/>
              <a:t>В </a:t>
            </a:r>
            <a:r>
              <a:rPr lang="ru-RU" dirty="0" err="1" smtClean="0"/>
              <a:t>верчиях</a:t>
            </a:r>
            <a:r>
              <a:rPr lang="ru-RU" dirty="0" smtClean="0"/>
              <a:t> раньше сказать не могу не помню. А с 6 я вообще работал с предустановленной.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900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Но мы не ищем простых путей, и на голой ОС устанавливаем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openssh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-server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34" y="2492896"/>
            <a:ext cx="8530831" cy="2736304"/>
          </a:xfrm>
        </p:spPr>
      </p:pic>
      <p:sp>
        <p:nvSpPr>
          <p:cNvPr id="5" name="TextBox 4"/>
          <p:cNvSpPr txBox="1"/>
          <p:nvPr/>
        </p:nvSpPr>
        <p:spPr>
          <a:xfrm>
            <a:off x="467544" y="5445224"/>
            <a:ext cx="84249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b="1" dirty="0" smtClean="0"/>
              <a:t>результат будет тот же</a:t>
            </a:r>
            <a:endParaRPr lang="ru-RU" sz="6000" b="1" dirty="0"/>
          </a:p>
        </p:txBody>
      </p:sp>
    </p:spTree>
    <p:extLst>
      <p:ext uri="{BB962C8B-B14F-4D97-AF65-F5344CB8AC3E}">
        <p14:creationId xmlns:p14="http://schemas.microsoft.com/office/powerpoint/2010/main" val="3102286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Проверяем работоспособность сервера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700808"/>
            <a:ext cx="8057068" cy="3224861"/>
          </a:xfrm>
        </p:spPr>
      </p:pic>
      <p:sp>
        <p:nvSpPr>
          <p:cNvPr id="5" name="TextBox 4"/>
          <p:cNvSpPr txBox="1"/>
          <p:nvPr/>
        </p:nvSpPr>
        <p:spPr>
          <a:xfrm>
            <a:off x="539552" y="5157192"/>
            <a:ext cx="8064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Обращаю ваше внимание, что команда проверки статуса будет:</a:t>
            </a:r>
            <a:br>
              <a:rPr lang="ru-RU" dirty="0" smtClean="0"/>
            </a:br>
            <a:r>
              <a:rPr lang="en-US" dirty="0" err="1" smtClean="0"/>
              <a:t>systemctl</a:t>
            </a:r>
            <a:r>
              <a:rPr lang="en-US" dirty="0" smtClean="0"/>
              <a:t> status </a:t>
            </a:r>
            <a:r>
              <a:rPr lang="en-US" dirty="0" err="1" smtClean="0"/>
              <a:t>sshd.service</a:t>
            </a:r>
            <a:endParaRPr lang="en-US" dirty="0" smtClean="0"/>
          </a:p>
          <a:p>
            <a:r>
              <a:rPr lang="ru-RU" dirty="0" smtClean="0"/>
              <a:t>Акцентирую я на это внимание, потому что наименование идет везде разное, при установке </a:t>
            </a:r>
            <a:r>
              <a:rPr lang="en-US" dirty="0" err="1" smtClean="0"/>
              <a:t>openssh</a:t>
            </a:r>
            <a:r>
              <a:rPr lang="en-US" dirty="0" smtClean="0"/>
              <a:t>-server, </a:t>
            </a:r>
            <a:r>
              <a:rPr lang="ru-RU" dirty="0" smtClean="0"/>
              <a:t>а при проверке </a:t>
            </a:r>
            <a:r>
              <a:rPr lang="en-US" dirty="0" err="1" smtClean="0"/>
              <a:t>sshd.service</a:t>
            </a:r>
            <a:r>
              <a:rPr lang="en-US" dirty="0" smtClean="0"/>
              <a:t>. </a:t>
            </a:r>
            <a:r>
              <a:rPr lang="ru-RU" dirty="0" smtClean="0"/>
              <a:t>Читать это надо так, что </a:t>
            </a:r>
            <a:r>
              <a:rPr lang="en-US" dirty="0" err="1" smtClean="0"/>
              <a:t>ssh</a:t>
            </a:r>
            <a:r>
              <a:rPr lang="ru-RU" dirty="0" smtClean="0"/>
              <a:t> демон сервис. То есть демон сервиса </a:t>
            </a:r>
            <a:r>
              <a:rPr lang="en-US" dirty="0" err="1" smtClean="0"/>
              <a:t>ssh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052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Смотрим что он слушает, если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ssh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уже установлен это может быть и не 22 порт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84984"/>
            <a:ext cx="9228524" cy="1064829"/>
          </a:xfrm>
        </p:spPr>
      </p:pic>
    </p:spTree>
    <p:extLst>
      <p:ext uri="{BB962C8B-B14F-4D97-AF65-F5344CB8AC3E}">
        <p14:creationId xmlns:p14="http://schemas.microsoft.com/office/powerpoint/2010/main" val="404987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76470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Журнал может показать активность </a:t>
            </a:r>
            <a:r>
              <a:rPr lang="en-US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ssh</a:t>
            </a:r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за определенное время. В данном случае показано за вчерашний и сегодняшний день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503" y="3045397"/>
            <a:ext cx="7986929" cy="1679747"/>
          </a:xfrm>
        </p:spPr>
      </p:pic>
    </p:spTree>
    <p:extLst>
      <p:ext uri="{BB962C8B-B14F-4D97-AF65-F5344CB8AC3E}">
        <p14:creationId xmlns:p14="http://schemas.microsoft.com/office/powerpoint/2010/main" val="151037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 гостевой ОС настраиваем агент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ssh</a:t>
            </a:r>
            <a:endParaRPr lang="ru-RU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259" y="1457552"/>
            <a:ext cx="7077110" cy="5139800"/>
          </a:xfrm>
        </p:spPr>
      </p:pic>
    </p:spTree>
    <p:extLst>
      <p:ext uri="{BB962C8B-B14F-4D97-AF65-F5344CB8AC3E}">
        <p14:creationId xmlns:p14="http://schemas.microsoft.com/office/powerpoint/2010/main" val="1438304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И как вы видите мы уже не в самом сервере </a:t>
            </a:r>
            <a:r>
              <a:rPr lang="en-US" dirty="0" err="1" smtClean="0"/>
              <a:t>ssh</a:t>
            </a:r>
            <a:r>
              <a:rPr lang="ru-RU" dirty="0" smtClean="0"/>
              <a:t>, а в агенте </a:t>
            </a:r>
            <a:r>
              <a:rPr lang="en-US" smtClean="0"/>
              <a:t>PuttY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56" y="1612362"/>
            <a:ext cx="8314508" cy="4480933"/>
          </a:xfrm>
        </p:spPr>
      </p:pic>
    </p:spTree>
    <p:extLst>
      <p:ext uri="{BB962C8B-B14F-4D97-AF65-F5344CB8AC3E}">
        <p14:creationId xmlns:p14="http://schemas.microsoft.com/office/powerpoint/2010/main" val="7428157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151</Words>
  <Application>Microsoft Office PowerPoint</Application>
  <PresentationFormat>Экран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Настройка ssh-сервера</vt:lpstr>
      <vt:lpstr>В первую очередь, хочется упомянуть, что если мы находимся на стадии установки:</vt:lpstr>
      <vt:lpstr>Но мы не ищем простых путей, и на голой ОС устанавливаем openssh-server</vt:lpstr>
      <vt:lpstr>Проверяем работоспособность сервера</vt:lpstr>
      <vt:lpstr>Смотрим что он слушает, если ssh уже установлен это может быть и не 22 порт</vt:lpstr>
      <vt:lpstr>Журнал может показать активность ssh за определенное время. В данном случае показано за вчерашний и сегодняшний день</vt:lpstr>
      <vt:lpstr>На гостевой ОС настраиваем агент ssh</vt:lpstr>
      <vt:lpstr>И как вы видите мы уже не в самом сервере ssh, а в агенте PuttY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samba-DC</dc:title>
  <dc:creator>нет2 каби</dc:creator>
  <cp:lastModifiedBy>нет2 каби</cp:lastModifiedBy>
  <cp:revision>25</cp:revision>
  <dcterms:created xsi:type="dcterms:W3CDTF">2024-05-25T08:03:16Z</dcterms:created>
  <dcterms:modified xsi:type="dcterms:W3CDTF">2024-09-01T03:25:24Z</dcterms:modified>
</cp:coreProperties>
</file>