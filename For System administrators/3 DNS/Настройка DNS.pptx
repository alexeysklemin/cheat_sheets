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7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Для студентов ССА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301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Мы остановились на том, что у нас есть два интерфейса. С локальным и </a:t>
            </a:r>
            <a:r>
              <a:rPr lang="en-US" dirty="0" smtClean="0"/>
              <a:t>DHCP </a:t>
            </a:r>
            <a:r>
              <a:rPr lang="ru-RU" dirty="0" smtClean="0"/>
              <a:t>адресом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06572"/>
            <a:ext cx="7968656" cy="4419591"/>
          </a:xfrm>
        </p:spPr>
      </p:pic>
      <p:sp>
        <p:nvSpPr>
          <p:cNvPr id="5" name="TextBox 4"/>
          <p:cNvSpPr txBox="1"/>
          <p:nvPr/>
        </p:nvSpPr>
        <p:spPr>
          <a:xfrm>
            <a:off x="539552" y="6381328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Команда: </a:t>
            </a:r>
            <a:r>
              <a:rPr lang="en-US" dirty="0" err="1" smtClean="0"/>
              <a:t>ip</a:t>
            </a:r>
            <a:r>
              <a:rPr lang="en-US" dirty="0" smtClean="0"/>
              <a:t> 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487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Устанавливаем </a:t>
            </a:r>
            <a:r>
              <a:rPr lang="en-US" dirty="0" smtClean="0"/>
              <a:t>bind9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95" y="2297136"/>
            <a:ext cx="8192210" cy="3132091"/>
          </a:xfrm>
        </p:spPr>
      </p:pic>
    </p:spTree>
    <p:extLst>
      <p:ext uri="{BB962C8B-B14F-4D97-AF65-F5344CB8AC3E}">
        <p14:creationId xmlns:p14="http://schemas.microsoft.com/office/powerpoint/2010/main" val="237467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 успешность установки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9200665" cy="864096"/>
          </a:xfrm>
        </p:spPr>
      </p:pic>
    </p:spTree>
    <p:extLst>
      <p:ext uri="{BB962C8B-B14F-4D97-AF65-F5344CB8AC3E}">
        <p14:creationId xmlns:p14="http://schemas.microsoft.com/office/powerpoint/2010/main" val="9175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Если не установлен, необходимо установить </a:t>
            </a:r>
            <a:r>
              <a:rPr lang="en-US" dirty="0" err="1" smtClean="0"/>
              <a:t>resolvconf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241641" cy="5484300"/>
          </a:xfrm>
        </p:spPr>
      </p:pic>
    </p:spTree>
    <p:extLst>
      <p:ext uri="{BB962C8B-B14F-4D97-AF65-F5344CB8AC3E}">
        <p14:creationId xmlns:p14="http://schemas.microsoft.com/office/powerpoint/2010/main" val="36812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Убеждаемся, что после установки всех пакетов и настройки первичной настройки </a:t>
            </a:r>
            <a:r>
              <a:rPr lang="en-US" dirty="0" err="1" smtClean="0"/>
              <a:t>dns-nameservers</a:t>
            </a:r>
            <a:r>
              <a:rPr lang="en-US" dirty="0" smtClean="0"/>
              <a:t> (127.0.0.1)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98702"/>
            <a:ext cx="8229600" cy="2928959"/>
          </a:xfrm>
        </p:spPr>
      </p:pic>
      <p:sp>
        <p:nvSpPr>
          <p:cNvPr id="5" name="TextBox 4"/>
          <p:cNvSpPr txBox="1"/>
          <p:nvPr/>
        </p:nvSpPr>
        <p:spPr>
          <a:xfrm>
            <a:off x="395536" y="5661248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 нас пропал интернет (иногда он не пропадает если адрес </a:t>
            </a:r>
            <a:r>
              <a:rPr lang="ru-RU" dirty="0" err="1" smtClean="0"/>
              <a:t>яндекса</a:t>
            </a:r>
            <a:r>
              <a:rPr lang="ru-RU" dirty="0" smtClean="0"/>
              <a:t> уже успел прописаться в конфигурационные файлы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196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Проверяем вид настройки сетей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79" y="2924944"/>
            <a:ext cx="8414415" cy="1872208"/>
          </a:xfrm>
        </p:spPr>
      </p:pic>
    </p:spTree>
    <p:extLst>
      <p:ext uri="{BB962C8B-B14F-4D97-AF65-F5344CB8AC3E}">
        <p14:creationId xmlns:p14="http://schemas.microsoft.com/office/powerpoint/2010/main" val="6035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Настройка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/network/interfaces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4784"/>
            <a:ext cx="8382121" cy="6148966"/>
          </a:xfrm>
        </p:spPr>
      </p:pic>
    </p:spTree>
    <p:extLst>
      <p:ext uri="{BB962C8B-B14F-4D97-AF65-F5344CB8AC3E}">
        <p14:creationId xmlns:p14="http://schemas.microsoft.com/office/powerpoint/2010/main" val="210566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 этом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resolv.conf</a:t>
            </a:r>
            <a:r>
              <a:rPr lang="ru-RU" dirty="0" smtClean="0"/>
              <a:t> выглядит так: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233906" cy="5795760"/>
          </a:xfrm>
        </p:spPr>
      </p:pic>
    </p:spTree>
    <p:extLst>
      <p:ext uri="{BB962C8B-B14F-4D97-AF65-F5344CB8AC3E}">
        <p14:creationId xmlns:p14="http://schemas.microsoft.com/office/powerpoint/2010/main" val="73611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Вид файлов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resolvconf</a:t>
            </a:r>
            <a:r>
              <a:rPr lang="en-US" dirty="0" smtClean="0"/>
              <a:t>/</a:t>
            </a:r>
            <a:r>
              <a:rPr lang="en-US" dirty="0" err="1" smtClean="0"/>
              <a:t>resolv.conf.d</a:t>
            </a:r>
            <a:r>
              <a:rPr lang="en-US" dirty="0" smtClean="0"/>
              <a:t>/…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20888"/>
            <a:ext cx="8229600" cy="185165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921326"/>
            <a:ext cx="8064896" cy="667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552" y="1628800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Так выглядит файл</a:t>
            </a:r>
            <a:r>
              <a:rPr lang="ru-RU" dirty="0"/>
              <a:t> </a:t>
            </a:r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84920" y="4439265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Tail </a:t>
            </a:r>
            <a:r>
              <a:rPr lang="ru-RU" dirty="0" smtClean="0"/>
              <a:t>может быть вообще пустым или отсутствовать в системе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67544" y="5877272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Самое интересно, что вызов этой директории вообще может выдавать ошибку по типу этой. Нет такой директории и все так. При этом команды вызова файлов </a:t>
            </a:r>
            <a:r>
              <a:rPr lang="en-US" dirty="0" smtClean="0"/>
              <a:t>head </a:t>
            </a:r>
            <a:r>
              <a:rPr lang="ru-RU" dirty="0" smtClean="0"/>
              <a:t>и</a:t>
            </a:r>
            <a:r>
              <a:rPr lang="en-US" dirty="0" smtClean="0"/>
              <a:t> tail </a:t>
            </a:r>
            <a:r>
              <a:rPr lang="ru-RU" dirty="0" smtClean="0"/>
              <a:t>работают корректно.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793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Настраиваем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/bind/</a:t>
            </a:r>
            <a:r>
              <a:rPr lang="en-US" dirty="0" err="1" smtClean="0"/>
              <a:t>named.conf.option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86262"/>
            <a:ext cx="8229600" cy="4153839"/>
          </a:xfrm>
        </p:spPr>
      </p:pic>
      <p:sp>
        <p:nvSpPr>
          <p:cNvPr id="5" name="TextBox 4"/>
          <p:cNvSpPr txBox="1"/>
          <p:nvPr/>
        </p:nvSpPr>
        <p:spPr>
          <a:xfrm>
            <a:off x="467544" y="6165304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192.168.1.1 </a:t>
            </a:r>
            <a:r>
              <a:rPr lang="ru-RU" dirty="0" smtClean="0"/>
              <a:t>заявленный адрес нашего сервера во внутреннюю сеть. 192.168.0.1 адрес моего роутера полученный по </a:t>
            </a:r>
            <a:r>
              <a:rPr lang="en-US" dirty="0" err="1" smtClean="0"/>
              <a:t>dhcp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186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/bind/</a:t>
            </a:r>
            <a:r>
              <a:rPr lang="en-US" dirty="0" err="1" smtClean="0"/>
              <a:t>named.conf.default-zons</a:t>
            </a:r>
            <a:r>
              <a:rPr lang="ru-RU" dirty="0" smtClean="0"/>
              <a:t> мы не трогаем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44" y="1600200"/>
            <a:ext cx="8179311" cy="4525963"/>
          </a:xfrm>
        </p:spPr>
      </p:pic>
    </p:spTree>
    <p:extLst>
      <p:ext uri="{BB962C8B-B14F-4D97-AF65-F5344CB8AC3E}">
        <p14:creationId xmlns:p14="http://schemas.microsoft.com/office/powerpoint/2010/main" val="179006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Файл </a:t>
            </a:r>
            <a:r>
              <a:rPr lang="en-US" dirty="0" err="1" smtClean="0"/>
              <a:t>db.local</a:t>
            </a:r>
            <a:r>
              <a:rPr lang="en-US" dirty="0" smtClean="0"/>
              <a:t> </a:t>
            </a:r>
            <a:r>
              <a:rPr lang="ru-RU" dirty="0" smtClean="0"/>
              <a:t>на основе которого мы будем настраивать конфигурационные файлы прямой и обратной зон.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852936"/>
            <a:ext cx="8229600" cy="2717843"/>
          </a:xfrm>
        </p:spPr>
      </p:pic>
    </p:spTree>
    <p:extLst>
      <p:ext uri="{BB962C8B-B14F-4D97-AF65-F5344CB8AC3E}">
        <p14:creationId xmlns:p14="http://schemas.microsoft.com/office/powerpoint/2010/main" val="336968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Копирование файла </a:t>
            </a:r>
            <a:r>
              <a:rPr lang="en-US" dirty="0" err="1" smtClean="0"/>
              <a:t>db.local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 smtClean="0"/>
              <a:t>Для работы службы необходимо иметь право редактировать файлы настройки прямой и обратной зоны. Поэтому командами копирования файлов: </a:t>
            </a:r>
            <a:r>
              <a:rPr lang="en-US" sz="2800" dirty="0" err="1" smtClean="0"/>
              <a:t>sudo</a:t>
            </a:r>
            <a:r>
              <a:rPr lang="en-US" sz="2800" dirty="0" smtClean="0"/>
              <a:t> </a:t>
            </a:r>
            <a:r>
              <a:rPr lang="en-US" sz="2800" dirty="0" err="1" smtClean="0"/>
              <a:t>cp</a:t>
            </a:r>
            <a:r>
              <a:rPr lang="en-US" sz="2800" dirty="0" smtClean="0"/>
              <a:t> /</a:t>
            </a:r>
            <a:r>
              <a:rPr lang="en-US" sz="2800" dirty="0" err="1" smtClean="0"/>
              <a:t>etc</a:t>
            </a:r>
            <a:r>
              <a:rPr lang="en-US" sz="2800" dirty="0" smtClean="0"/>
              <a:t>/bind/</a:t>
            </a:r>
            <a:r>
              <a:rPr lang="en-US" sz="2800" dirty="0" err="1" smtClean="0"/>
              <a:t>db.local</a:t>
            </a:r>
            <a:r>
              <a:rPr lang="en-US" sz="2800" dirty="0" smtClean="0"/>
              <a:t>  /</a:t>
            </a:r>
            <a:r>
              <a:rPr lang="en-US" sz="2800" dirty="0" err="1" smtClean="0"/>
              <a:t>var</a:t>
            </a:r>
            <a:r>
              <a:rPr lang="en-US" sz="2800" dirty="0" smtClean="0"/>
              <a:t>/lib/bind/</a:t>
            </a:r>
            <a:r>
              <a:rPr lang="en-US" sz="2800" dirty="0" err="1" smtClean="0"/>
              <a:t>forward.bind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err="1"/>
              <a:t>sudo</a:t>
            </a:r>
            <a:r>
              <a:rPr lang="en-US" sz="2800" dirty="0"/>
              <a:t> </a:t>
            </a:r>
            <a:r>
              <a:rPr lang="en-US" sz="2800" dirty="0" err="1"/>
              <a:t>cp</a:t>
            </a:r>
            <a:r>
              <a:rPr lang="en-US" sz="2800" dirty="0"/>
              <a:t> /</a:t>
            </a:r>
            <a:r>
              <a:rPr lang="en-US" sz="2800" dirty="0" err="1"/>
              <a:t>etc</a:t>
            </a:r>
            <a:r>
              <a:rPr lang="en-US" sz="2800" dirty="0"/>
              <a:t>/bind/</a:t>
            </a:r>
            <a:r>
              <a:rPr lang="en-US" sz="2800" dirty="0" err="1"/>
              <a:t>db.local</a:t>
            </a:r>
            <a:r>
              <a:rPr lang="en-US" sz="2800" dirty="0"/>
              <a:t>  /</a:t>
            </a:r>
            <a:r>
              <a:rPr lang="en-US" sz="2800" dirty="0" err="1"/>
              <a:t>var</a:t>
            </a:r>
            <a:r>
              <a:rPr lang="en-US" sz="2800" dirty="0"/>
              <a:t>/lib/bind/</a:t>
            </a:r>
            <a:r>
              <a:rPr lang="en-US" sz="2800" dirty="0" err="1"/>
              <a:t>reverse.bind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Мы переносим «заготовку» </a:t>
            </a:r>
            <a:r>
              <a:rPr lang="en-US" sz="2800" dirty="0" err="1"/>
              <a:t>db.local</a:t>
            </a:r>
            <a:r>
              <a:rPr lang="ru-RU" sz="2800" dirty="0"/>
              <a:t> и формируем файлы прямой и обратной зоны.</a:t>
            </a:r>
          </a:p>
        </p:txBody>
      </p:sp>
    </p:spTree>
    <p:extLst>
      <p:ext uri="{BB962C8B-B14F-4D97-AF65-F5344CB8AC3E}">
        <p14:creationId xmlns:p14="http://schemas.microsoft.com/office/powerpoint/2010/main" val="269705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Настройка </a:t>
            </a:r>
            <a:r>
              <a:rPr lang="en-US" dirty="0" smtClean="0"/>
              <a:t>/</a:t>
            </a:r>
            <a:r>
              <a:rPr lang="en-US" dirty="0" err="1" smtClean="0"/>
              <a:t>var</a:t>
            </a:r>
            <a:r>
              <a:rPr lang="en-US" dirty="0" smtClean="0"/>
              <a:t>/lib/bind/</a:t>
            </a:r>
            <a:r>
              <a:rPr lang="en-US" dirty="0" err="1" smtClean="0"/>
              <a:t>forward.bind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4784"/>
            <a:ext cx="8161898" cy="6062539"/>
          </a:xfrm>
        </p:spPr>
      </p:pic>
    </p:spTree>
    <p:extLst>
      <p:ext uri="{BB962C8B-B14F-4D97-AF65-F5344CB8AC3E}">
        <p14:creationId xmlns:p14="http://schemas.microsoft.com/office/powerpoint/2010/main" val="233098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Настройка </a:t>
            </a:r>
            <a:r>
              <a:rPr lang="en-US" dirty="0"/>
              <a:t>/</a:t>
            </a:r>
            <a:r>
              <a:rPr lang="en-US" dirty="0" err="1" smtClean="0"/>
              <a:t>var</a:t>
            </a:r>
            <a:r>
              <a:rPr lang="en-US" dirty="0" smtClean="0"/>
              <a:t>/lib/bind/</a:t>
            </a:r>
            <a:r>
              <a:rPr lang="en-US" dirty="0" err="1" smtClean="0"/>
              <a:t>reverse.bind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188182" cy="5962570"/>
          </a:xfrm>
        </p:spPr>
      </p:pic>
    </p:spTree>
    <p:extLst>
      <p:ext uri="{BB962C8B-B14F-4D97-AF65-F5344CB8AC3E}">
        <p14:creationId xmlns:p14="http://schemas.microsoft.com/office/powerpoint/2010/main" val="60653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Для настроек прямой и обратной зон редактируем</a:t>
            </a:r>
            <a:br>
              <a:rPr lang="ru-RU" dirty="0" smtClean="0"/>
            </a:b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/bind/</a:t>
            </a:r>
            <a:r>
              <a:rPr lang="en-US" smtClean="0"/>
              <a:t>named.conf.local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44824"/>
            <a:ext cx="8266113" cy="4667063"/>
          </a:xfrm>
        </p:spPr>
      </p:pic>
    </p:spTree>
    <p:extLst>
      <p:ext uri="{BB962C8B-B14F-4D97-AF65-F5344CB8AC3E}">
        <p14:creationId xmlns:p14="http://schemas.microsoft.com/office/powerpoint/2010/main" val="4024173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Проверка работы службы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623100"/>
            <a:ext cx="6964046" cy="5212030"/>
          </a:xfrm>
        </p:spPr>
      </p:pic>
    </p:spTree>
    <p:extLst>
      <p:ext uri="{BB962C8B-B14F-4D97-AF65-F5344CB8AC3E}">
        <p14:creationId xmlns:p14="http://schemas.microsoft.com/office/powerpoint/2010/main" val="365164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Подтверждение, что служба работает полностью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56792"/>
            <a:ext cx="7018815" cy="5222490"/>
          </a:xfrm>
        </p:spPr>
      </p:pic>
      <p:cxnSp>
        <p:nvCxnSpPr>
          <p:cNvPr id="6" name="Прямая соединительная линия 5"/>
          <p:cNvCxnSpPr/>
          <p:nvPr/>
        </p:nvCxnSpPr>
        <p:spPr>
          <a:xfrm flipH="1">
            <a:off x="2195736" y="6021288"/>
            <a:ext cx="12241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4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Теперь настраиваем и проверяем машину </a:t>
            </a:r>
            <a:r>
              <a:rPr lang="en-US" dirty="0" smtClean="0"/>
              <a:t>Windows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16832"/>
            <a:ext cx="8096274" cy="4102112"/>
          </a:xfrm>
        </p:spPr>
      </p:pic>
    </p:spTree>
    <p:extLst>
      <p:ext uri="{BB962C8B-B14F-4D97-AF65-F5344CB8AC3E}">
        <p14:creationId xmlns:p14="http://schemas.microsoft.com/office/powerpoint/2010/main" val="229846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Вводим рабочую станцию в домен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596880"/>
            <a:ext cx="4392488" cy="5120160"/>
          </a:xfrm>
        </p:spPr>
      </p:pic>
    </p:spTree>
    <p:extLst>
      <p:ext uri="{BB962C8B-B14F-4D97-AF65-F5344CB8AC3E}">
        <p14:creationId xmlns:p14="http://schemas.microsoft.com/office/powerpoint/2010/main" val="788434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Конечный тест на </a:t>
            </a:r>
            <a:r>
              <a:rPr lang="ru-RU" smtClean="0"/>
              <a:t>корректную работу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96" y="3068960"/>
            <a:ext cx="8259248" cy="1584176"/>
          </a:xfrm>
        </p:spPr>
      </p:pic>
    </p:spTree>
    <p:extLst>
      <p:ext uri="{BB962C8B-B14F-4D97-AF65-F5344CB8AC3E}">
        <p14:creationId xmlns:p14="http://schemas.microsoft.com/office/powerpoint/2010/main" val="39778653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262</Words>
  <Application>Microsoft Office PowerPoint</Application>
  <PresentationFormat>Экран (4:3)</PresentationFormat>
  <Paragraphs>32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Настройка DNS</vt:lpstr>
      <vt:lpstr>Мы остановились на том, что у нас есть два интерфейса. С локальным и DHCP адресом</vt:lpstr>
      <vt:lpstr>Устанавливаем bind9</vt:lpstr>
      <vt:lpstr>Проверяем успешность установки</vt:lpstr>
      <vt:lpstr>Если не установлен, необходимо установить resolvconf</vt:lpstr>
      <vt:lpstr>Убеждаемся, что после установки всех пакетов и настройки первичной настройки dns-nameservers (127.0.0.1)</vt:lpstr>
      <vt:lpstr>Проверяем вид настройки сетей</vt:lpstr>
      <vt:lpstr>Настройка /etc/network/interfaces</vt:lpstr>
      <vt:lpstr>При этом /etc/resolv.conf выглядит так:</vt:lpstr>
      <vt:lpstr>Вид файлов /etc/resolvconf/resolv.conf.d/…</vt:lpstr>
      <vt:lpstr>Настраиваем /etc/bind/named.conf.option</vt:lpstr>
      <vt:lpstr>/etc/bind/named.conf.default-zons мы не трогаем</vt:lpstr>
      <vt:lpstr>Файл db.local на основе которого мы будем настраивать конфигурационные файлы прямой и обратной зон.</vt:lpstr>
      <vt:lpstr>Копирование файла db.local</vt:lpstr>
      <vt:lpstr>Настройка /var/lib/bind/forward.bind</vt:lpstr>
      <vt:lpstr>Настройка /var/lib/bind/reverse.bind</vt:lpstr>
      <vt:lpstr>Для настроек прямой и обратной зон редактируем /etc/bind/named.conf.local</vt:lpstr>
      <vt:lpstr>Проверка работы службы</vt:lpstr>
      <vt:lpstr>Подтверждение, что служба работает полностью</vt:lpstr>
      <vt:lpstr>Теперь настраиваем и проверяем машину Windows</vt:lpstr>
      <vt:lpstr>Вводим рабочую станцию в домен</vt:lpstr>
      <vt:lpstr>Конечный тест на корректную работу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DNS</dc:title>
  <dc:creator>нет2 каби</dc:creator>
  <cp:lastModifiedBy>нет2 каби</cp:lastModifiedBy>
  <cp:revision>9</cp:revision>
  <dcterms:created xsi:type="dcterms:W3CDTF">2024-03-03T17:38:36Z</dcterms:created>
  <dcterms:modified xsi:type="dcterms:W3CDTF">2026-10-17T18:02:06Z</dcterms:modified>
</cp:coreProperties>
</file>