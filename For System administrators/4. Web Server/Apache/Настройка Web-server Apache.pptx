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0" autoAdjust="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Настройка </a:t>
            </a:r>
            <a:r>
              <a:rPr lang="en-US" dirty="0" smtClean="0"/>
              <a:t>Web-Server</a:t>
            </a:r>
            <a:br>
              <a:rPr lang="en-US" dirty="0" smtClean="0"/>
            </a:br>
            <a:r>
              <a:rPr lang="en-US" dirty="0" smtClean="0"/>
              <a:t>Apache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01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Вообще именно </a:t>
            </a:r>
            <a:r>
              <a:rPr lang="en-US" dirty="0" smtClean="0"/>
              <a:t>Apache </a:t>
            </a:r>
            <a:r>
              <a:rPr lang="ru-RU" dirty="0" smtClean="0"/>
              <a:t>сервер можно установить из коробки: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340768"/>
            <a:ext cx="6683172" cy="5769163"/>
          </a:xfrm>
        </p:spPr>
      </p:pic>
    </p:spTree>
    <p:extLst>
      <p:ext uri="{BB962C8B-B14F-4D97-AF65-F5344CB8AC3E}">
        <p14:creationId xmlns:p14="http://schemas.microsoft.com/office/powerpoint/2010/main" val="64335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Но мы легких путей не ищем, и устанавливаем сервер </a:t>
            </a:r>
            <a:r>
              <a:rPr lang="en-US" dirty="0" smtClean="0"/>
              <a:t>Apache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88840"/>
            <a:ext cx="7946358" cy="1296144"/>
          </a:xfrm>
        </p:spPr>
      </p:pic>
      <p:sp>
        <p:nvSpPr>
          <p:cNvPr id="5" name="TextBox 4"/>
          <p:cNvSpPr txBox="1"/>
          <p:nvPr/>
        </p:nvSpPr>
        <p:spPr>
          <a:xfrm>
            <a:off x="611560" y="4332982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Тем более легкие пути обычно потом дорого обходятся </a:t>
            </a:r>
            <a:r>
              <a:rPr lang="ru-RU" sz="2400" dirty="0" smtClean="0">
                <a:sym typeface="Wingdings" pitchFamily="2" charset="2"/>
              </a:rPr>
              <a:t>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1191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Убеждаемся, что сервер взлетел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844824"/>
            <a:ext cx="8439433" cy="3312368"/>
          </a:xfrm>
        </p:spPr>
      </p:pic>
    </p:spTree>
    <p:extLst>
      <p:ext uri="{BB962C8B-B14F-4D97-AF65-F5344CB8AC3E}">
        <p14:creationId xmlns:p14="http://schemas.microsoft.com/office/powerpoint/2010/main" val="3527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Убеждаемся, что доступна стандартная страница </a:t>
            </a:r>
            <a:r>
              <a:rPr lang="en-US" dirty="0" smtClean="0"/>
              <a:t>Apache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240305" cy="5315624"/>
          </a:xfrm>
        </p:spPr>
      </p:pic>
    </p:spTree>
    <p:extLst>
      <p:ext uri="{BB962C8B-B14F-4D97-AF65-F5344CB8AC3E}">
        <p14:creationId xmlns:p14="http://schemas.microsoft.com/office/powerpoint/2010/main" val="147682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Устанавливаем сервер баз данных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702" y="2348880"/>
            <a:ext cx="9239702" cy="1512168"/>
          </a:xfrm>
        </p:spPr>
      </p:pic>
    </p:spTree>
    <p:extLst>
      <p:ext uri="{BB962C8B-B14F-4D97-AF65-F5344CB8AC3E}">
        <p14:creationId xmlns:p14="http://schemas.microsoft.com/office/powerpoint/2010/main" val="117231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 работоспособность сервера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96" y="1988840"/>
            <a:ext cx="8500886" cy="4392488"/>
          </a:xfrm>
        </p:spPr>
      </p:pic>
    </p:spTree>
    <p:extLst>
      <p:ext uri="{BB962C8B-B14F-4D97-AF65-F5344CB8AC3E}">
        <p14:creationId xmlns:p14="http://schemas.microsoft.com/office/powerpoint/2010/main" val="274977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Устанавливаем РНР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02124"/>
            <a:ext cx="8613594" cy="4535188"/>
          </a:xfrm>
        </p:spPr>
      </p:pic>
    </p:spTree>
    <p:extLst>
      <p:ext uri="{BB962C8B-B14F-4D97-AF65-F5344CB8AC3E}">
        <p14:creationId xmlns:p14="http://schemas.microsoft.com/office/powerpoint/2010/main" val="203474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Поскольку мы работаем с </a:t>
            </a:r>
            <a:r>
              <a:rPr lang="en-US" dirty="0" smtClean="0"/>
              <a:t>Apache </a:t>
            </a:r>
            <a:r>
              <a:rPr lang="ru-RU" dirty="0" smtClean="0"/>
              <a:t>нам необходима библиотека </a:t>
            </a:r>
            <a:r>
              <a:rPr lang="en-US" dirty="0" smtClean="0"/>
              <a:t>libapache2-mod-php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9" y="2780928"/>
            <a:ext cx="8854733" cy="2160240"/>
          </a:xfrm>
        </p:spPr>
      </p:pic>
    </p:spTree>
    <p:extLst>
      <p:ext uri="{BB962C8B-B14F-4D97-AF65-F5344CB8AC3E}">
        <p14:creationId xmlns:p14="http://schemas.microsoft.com/office/powerpoint/2010/main" val="260386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Проверяем, что сервер РНР работает корректно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06" y="2060848"/>
            <a:ext cx="8381978" cy="3672407"/>
          </a:xfrm>
        </p:spPr>
      </p:pic>
    </p:spTree>
    <p:extLst>
      <p:ext uri="{BB962C8B-B14F-4D97-AF65-F5344CB8AC3E}">
        <p14:creationId xmlns:p14="http://schemas.microsoft.com/office/powerpoint/2010/main" val="396526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Настраиваем </a:t>
            </a:r>
            <a:r>
              <a:rPr lang="en-US" dirty="0" smtClean="0"/>
              <a:t>Apache server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/apache2/apache2.conf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80" y="1268760"/>
            <a:ext cx="8564240" cy="4566892"/>
          </a:xfrm>
        </p:spPr>
      </p:pic>
      <p:sp>
        <p:nvSpPr>
          <p:cNvPr id="5" name="TextBox 4"/>
          <p:cNvSpPr txBox="1"/>
          <p:nvPr/>
        </p:nvSpPr>
        <p:spPr>
          <a:xfrm>
            <a:off x="122015" y="5847655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Нам необходимо прописать активную директорию в которой находится наш индексный файл. Скопировать всю структуру я пробовал, при сохранении стандартной структуры по адресу открывается дефолтная страница, а нам нужна наша.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27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/>
              <a:t>Настраиваем конфигурацию нашего виртуального хоста</a:t>
            </a:r>
            <a:br>
              <a:rPr lang="ru-RU" sz="3600" dirty="0" smtClean="0"/>
            </a:br>
            <a:r>
              <a:rPr lang="en-US" sz="3600" dirty="0" smtClean="0"/>
              <a:t>/</a:t>
            </a:r>
            <a:r>
              <a:rPr lang="en-US" sz="3600" dirty="0" err="1" smtClean="0"/>
              <a:t>etc</a:t>
            </a:r>
            <a:r>
              <a:rPr lang="en-US" sz="3600" dirty="0" smtClean="0"/>
              <a:t>/apache2/sites-available/</a:t>
            </a:r>
            <a:endParaRPr lang="ru-RU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4784"/>
            <a:ext cx="8226286" cy="5353286"/>
          </a:xfrm>
        </p:spPr>
      </p:pic>
    </p:spTree>
    <p:extLst>
      <p:ext uri="{BB962C8B-B14F-4D97-AF65-F5344CB8AC3E}">
        <p14:creationId xmlns:p14="http://schemas.microsoft.com/office/powerpoint/2010/main" val="372602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Активируем наш хост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5" y="1700808"/>
            <a:ext cx="8982438" cy="499919"/>
          </a:xfrm>
        </p:spPr>
      </p:pic>
      <p:sp>
        <p:nvSpPr>
          <p:cNvPr id="7" name="TextBox 6"/>
          <p:cNvSpPr txBox="1"/>
          <p:nvPr/>
        </p:nvSpPr>
        <p:spPr>
          <a:xfrm>
            <a:off x="467544" y="3212976"/>
            <a:ext cx="849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Деактивируем дефолтный хост</a:t>
            </a:r>
            <a:endParaRPr lang="ru-RU" sz="4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4694308"/>
            <a:ext cx="9354913" cy="53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3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26876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 главное, почему то не смотря не на что папка с нашим сайтом имеет следующие права:</a:t>
            </a:r>
            <a:br>
              <a:rPr lang="ru-RU" dirty="0" smtClean="0"/>
            </a:br>
            <a:r>
              <a:rPr lang="ru-RU" dirty="0" smtClean="0"/>
              <a:t>-</a:t>
            </a:r>
            <a:r>
              <a:rPr lang="en-US" dirty="0" err="1" smtClean="0"/>
              <a:t>rw</a:t>
            </a:r>
            <a:r>
              <a:rPr lang="en-US" dirty="0" smtClean="0"/>
              <a:t>-r-r</a:t>
            </a:r>
            <a:br>
              <a:rPr lang="en-US" dirty="0" smtClean="0"/>
            </a:br>
            <a:r>
              <a:rPr lang="ru-RU" dirty="0" smtClean="0"/>
              <a:t>А </a:t>
            </a:r>
            <a:r>
              <a:rPr lang="ru-RU" dirty="0" smtClean="0"/>
              <a:t>нам </a:t>
            </a:r>
            <a:r>
              <a:rPr lang="ru-RU" dirty="0" smtClean="0"/>
              <a:t>нужно немного больше прав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33056"/>
            <a:ext cx="8920255" cy="576064"/>
          </a:xfrm>
        </p:spPr>
      </p:pic>
    </p:spTree>
    <p:extLst>
      <p:ext uri="{BB962C8B-B14F-4D97-AF65-F5344CB8AC3E}">
        <p14:creationId xmlns:p14="http://schemas.microsoft.com/office/powerpoint/2010/main" val="153299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Не буду скрывать, индексный файл я скопировал из стандартной страницы, а что бы различать вместо </a:t>
            </a:r>
            <a:r>
              <a:rPr lang="en-US" sz="3100" dirty="0" smtClean="0"/>
              <a:t>Default </a:t>
            </a:r>
            <a:r>
              <a:rPr lang="ru-RU" sz="3100" dirty="0" smtClean="0"/>
              <a:t>вписал адрес нашего сайта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628800"/>
            <a:ext cx="6350372" cy="5170939"/>
          </a:xfrm>
        </p:spPr>
      </p:pic>
    </p:spTree>
    <p:extLst>
      <p:ext uri="{BB962C8B-B14F-4D97-AF65-F5344CB8AC3E}">
        <p14:creationId xmlns:p14="http://schemas.microsoft.com/office/powerpoint/2010/main" val="307509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Домашнее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И в качестве резюме:</a:t>
            </a:r>
          </a:p>
          <a:p>
            <a:pPr marL="0" indent="0">
              <a:buNone/>
            </a:pPr>
            <a:r>
              <a:rPr lang="ru-RU" dirty="0" smtClean="0"/>
              <a:t>Как вы догадываетесь настройка РНР и базы данных в данном веб-сервере происходит тем же способом, что и в </a:t>
            </a:r>
            <a:r>
              <a:rPr lang="en-US" dirty="0" err="1" smtClean="0"/>
              <a:t>nginx</a:t>
            </a:r>
            <a:r>
              <a:rPr lang="en-US" dirty="0" smtClean="0"/>
              <a:t> </a:t>
            </a:r>
            <a:r>
              <a:rPr lang="ru-RU" smtClean="0"/>
              <a:t>так </a:t>
            </a:r>
            <a:r>
              <a:rPr lang="ru-RU" dirty="0" smtClean="0"/>
              <a:t>что предлагаю настройку этих сервисов провести самостоятельно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07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194</Words>
  <Application>Microsoft Office PowerPoint</Application>
  <PresentationFormat>Экран (4:3)</PresentationFormat>
  <Paragraphs>22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Настройка Web-Server Apache</vt:lpstr>
      <vt:lpstr>Вообще именно Apache сервер можно установить из коробки:</vt:lpstr>
      <vt:lpstr>Но мы легких путей не ищем, и устанавливаем сервер Apache</vt:lpstr>
      <vt:lpstr>Убеждаемся, что сервер взлетел</vt:lpstr>
      <vt:lpstr>Убеждаемся, что доступна стандартная страница Apache</vt:lpstr>
      <vt:lpstr>Устанавливаем сервер баз данных</vt:lpstr>
      <vt:lpstr>Проверяем работоспособность сервера</vt:lpstr>
      <vt:lpstr>Устанавливаем РНР</vt:lpstr>
      <vt:lpstr>Поскольку мы работаем с Apache нам необходима библиотека libapache2-mod-php</vt:lpstr>
      <vt:lpstr>Проверяем, что сервер РНР работает корректно</vt:lpstr>
      <vt:lpstr>Настраиваем Apache server /etc/apache2/apache2.conf</vt:lpstr>
      <vt:lpstr>Настраиваем конфигурацию нашего виртуального хоста /etc/apache2/sites-available/</vt:lpstr>
      <vt:lpstr>Активируем наш хост</vt:lpstr>
      <vt:lpstr>И главное, почему то не смотря не на что папка с нашим сайтом имеет следующие права: -rw-r-r А нам нужно немного больше прав </vt:lpstr>
      <vt:lpstr>Не буду скрывать, индексный файл я скопировал из стандартной страницы, а что бы различать вместо Default вписал адрес нашего сайта </vt:lpstr>
      <vt:lpstr>Домашнее задание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DNS</dc:title>
  <dc:creator>нет2 каби</dc:creator>
  <cp:lastModifiedBy>нет2 каби</cp:lastModifiedBy>
  <cp:revision>22</cp:revision>
  <dcterms:created xsi:type="dcterms:W3CDTF">2024-03-03T17:38:36Z</dcterms:created>
  <dcterms:modified xsi:type="dcterms:W3CDTF">2025-03-18T16:55:05Z</dcterms:modified>
</cp:coreProperties>
</file>