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Настройка </a:t>
            </a:r>
            <a:r>
              <a:rPr lang="en-US" dirty="0" smtClean="0"/>
              <a:t>Web-Server</a:t>
            </a:r>
            <a:br>
              <a:rPr lang="en-US" dirty="0" smtClean="0"/>
            </a:br>
            <a:r>
              <a:rPr lang="en-US" dirty="0" smtClean="0"/>
              <a:t>NGINX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01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 первую очередь устанавливаем сервер </a:t>
            </a:r>
            <a:r>
              <a:rPr lang="en-US" dirty="0" err="1" smtClean="0"/>
              <a:t>nginx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2" y="2996952"/>
            <a:ext cx="8972034" cy="1592536"/>
          </a:xfrm>
        </p:spPr>
      </p:pic>
    </p:spTree>
    <p:extLst>
      <p:ext uri="{BB962C8B-B14F-4D97-AF65-F5344CB8AC3E}">
        <p14:creationId xmlns:p14="http://schemas.microsoft.com/office/powerpoint/2010/main" val="111191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 всякий случай стартуем его.</a:t>
            </a:r>
            <a:br>
              <a:rPr lang="ru-RU" dirty="0" smtClean="0"/>
            </a:br>
            <a:r>
              <a:rPr lang="ru-RU" dirty="0" smtClean="0"/>
              <a:t>Хотя можно начать со следующего шага, возможно ваш дистрибутив настроен на автоматический запуск сервера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212976"/>
            <a:ext cx="8440095" cy="1224136"/>
          </a:xfrm>
        </p:spPr>
      </p:pic>
    </p:spTree>
    <p:extLst>
      <p:ext uri="{BB962C8B-B14F-4D97-AF65-F5344CB8AC3E}">
        <p14:creationId xmlns:p14="http://schemas.microsoft.com/office/powerpoint/2010/main" val="124909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его состояние.</a:t>
            </a:r>
            <a:br>
              <a:rPr lang="ru-RU" dirty="0" smtClean="0"/>
            </a:br>
            <a:r>
              <a:rPr lang="ru-RU" dirty="0" smtClean="0"/>
              <a:t>Сервер должен быть </a:t>
            </a:r>
            <a:r>
              <a:rPr lang="en-US" dirty="0" smtClean="0"/>
              <a:t>active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56792"/>
            <a:ext cx="8031171" cy="3168352"/>
          </a:xfrm>
        </p:spPr>
      </p:pic>
      <p:sp>
        <p:nvSpPr>
          <p:cNvPr id="5" name="TextBox 4"/>
          <p:cNvSpPr txBox="1"/>
          <p:nvPr/>
        </p:nvSpPr>
        <p:spPr>
          <a:xfrm>
            <a:off x="683568" y="5013176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он выдает ошибку внимательно читаем </a:t>
            </a:r>
            <a:r>
              <a:rPr lang="en-US" dirty="0" smtClean="0"/>
              <a:t>journal –</a:t>
            </a:r>
            <a:r>
              <a:rPr lang="en-US" dirty="0" err="1" smtClean="0"/>
              <a:t>xue</a:t>
            </a:r>
            <a:r>
              <a:rPr lang="en-US" dirty="0" smtClean="0"/>
              <a:t> </a:t>
            </a:r>
            <a:r>
              <a:rPr lang="en-US" dirty="0" err="1" smtClean="0"/>
              <a:t>nginx.srvice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/</a:t>
            </a:r>
            <a:r>
              <a:rPr lang="en-US" dirty="0" err="1" smtClean="0"/>
              <a:t>var</a:t>
            </a:r>
            <a:r>
              <a:rPr lang="en-US" dirty="0" smtClean="0"/>
              <a:t>/log/</a:t>
            </a:r>
            <a:r>
              <a:rPr lang="en-US" dirty="0" err="1" smtClean="0"/>
              <a:t>nginx</a:t>
            </a:r>
            <a:r>
              <a:rPr lang="en-US" dirty="0" smtClean="0"/>
              <a:t>/error.log</a:t>
            </a:r>
            <a:r>
              <a:rPr lang="ru-RU" dirty="0" smtClean="0"/>
              <a:t> Эти два источника должны дать нам подробную информацию.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325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247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Пробуем запустить сервер в браузере по адресу. </a:t>
            </a:r>
            <a:br>
              <a:rPr lang="ru-RU" dirty="0" smtClean="0"/>
            </a:br>
            <a:r>
              <a:rPr lang="ru-RU" dirty="0" smtClean="0"/>
              <a:t>Поскольку виртуальный адрес мы с вами не настраивали, то прямо по </a:t>
            </a:r>
            <a:r>
              <a:rPr lang="en-US" dirty="0" err="1" smtClean="0"/>
              <a:t>ip</a:t>
            </a:r>
            <a:r>
              <a:rPr lang="en-US" dirty="0" smtClean="0"/>
              <a:t>: //192.168.0.186 </a:t>
            </a:r>
            <a:br>
              <a:rPr lang="en-US" dirty="0" smtClean="0"/>
            </a:br>
            <a:r>
              <a:rPr lang="ru-RU" dirty="0" smtClean="0"/>
              <a:t>(мой адрес сервера)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645024"/>
            <a:ext cx="7690517" cy="6228942"/>
          </a:xfrm>
        </p:spPr>
      </p:pic>
    </p:spTree>
    <p:extLst>
      <p:ext uri="{BB962C8B-B14F-4D97-AF65-F5344CB8AC3E}">
        <p14:creationId xmlns:p14="http://schemas.microsoft.com/office/powerpoint/2010/main" val="52987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наличие/отсутствие </a:t>
            </a:r>
            <a:r>
              <a:rPr lang="ru-RU" dirty="0" err="1" smtClean="0"/>
              <a:t>файрвола</a:t>
            </a:r>
            <a:r>
              <a:rPr lang="ru-RU" dirty="0" smtClean="0"/>
              <a:t>.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61" y="1869112"/>
            <a:ext cx="8105388" cy="4008159"/>
          </a:xfrm>
        </p:spPr>
      </p:pic>
      <p:sp>
        <p:nvSpPr>
          <p:cNvPr id="5" name="TextBox 4"/>
          <p:cNvSpPr txBox="1"/>
          <p:nvPr/>
        </p:nvSpPr>
        <p:spPr>
          <a:xfrm>
            <a:off x="539552" y="602128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он наличествует (в некоторых дистрибутивах может быть включен и все блокировать. Ставим команду </a:t>
            </a:r>
            <a:r>
              <a:rPr lang="en-US" dirty="0" err="1" smtClean="0"/>
              <a:t>ufw</a:t>
            </a:r>
            <a:r>
              <a:rPr lang="en-US" dirty="0" smtClean="0"/>
              <a:t> allow ‘http’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46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Устанавливаем и убеждаемся в работоспособности </a:t>
            </a:r>
            <a:r>
              <a:rPr lang="en-US" dirty="0" err="1" smtClean="0"/>
              <a:t>mySQL</a:t>
            </a:r>
            <a:r>
              <a:rPr lang="en-US" dirty="0" smtClean="0"/>
              <a:t>/</a:t>
            </a:r>
            <a:r>
              <a:rPr lang="en-US" dirty="0" err="1" smtClean="0"/>
              <a:t>mariaDB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54080"/>
            <a:ext cx="6891677" cy="5203920"/>
          </a:xfrm>
        </p:spPr>
      </p:pic>
    </p:spTree>
    <p:extLst>
      <p:ext uri="{BB962C8B-B14F-4D97-AF65-F5344CB8AC3E}">
        <p14:creationId xmlns:p14="http://schemas.microsoft.com/office/powerpoint/2010/main" val="61459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Следует отметить, что некоторые дистрибутивы поддерживают </a:t>
            </a:r>
            <a:r>
              <a:rPr lang="en-US" dirty="0" err="1" smtClean="0"/>
              <a:t>mySQL</a:t>
            </a:r>
            <a:r>
              <a:rPr lang="en-US" dirty="0" smtClean="0"/>
              <a:t>, </a:t>
            </a:r>
            <a:r>
              <a:rPr lang="ru-RU" dirty="0" smtClean="0"/>
              <a:t>некоторые уже нет и поддерживают </a:t>
            </a:r>
            <a:r>
              <a:rPr lang="en-US" dirty="0" err="1" smtClean="0"/>
              <a:t>mariaDB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Поскольку они ближайшие родственники, не станем спорить с дистрибутивом </a:t>
            </a:r>
            <a:r>
              <a:rPr lang="ru-RU" dirty="0" err="1" smtClean="0"/>
              <a:t>линукс</a:t>
            </a:r>
            <a:r>
              <a:rPr lang="ru-RU" dirty="0" smtClean="0"/>
              <a:t>. Хотя если это принципиально могли бы поставить именно </a:t>
            </a:r>
            <a:r>
              <a:rPr lang="en-US" dirty="0" err="1" smtClean="0"/>
              <a:t>mySQL</a:t>
            </a:r>
            <a:r>
              <a:rPr lang="ru-RU" dirty="0" smtClean="0"/>
              <a:t>. Есть два способа:</a:t>
            </a:r>
            <a:br>
              <a:rPr lang="ru-RU" dirty="0" smtClean="0"/>
            </a:br>
            <a:r>
              <a:rPr lang="ru-RU" dirty="0" smtClean="0"/>
              <a:t>1. Скачать и установить </a:t>
            </a:r>
            <a:r>
              <a:rPr lang="en-US" dirty="0" err="1" smtClean="0"/>
              <a:t>mySQL</a:t>
            </a:r>
            <a:r>
              <a:rPr lang="ru-RU" dirty="0" smtClean="0"/>
              <a:t> (сложный, натыкаемся на несовместимость ключей безопасности и т.д.)</a:t>
            </a:r>
          </a:p>
          <a:p>
            <a:pPr marL="0" indent="0">
              <a:buNone/>
            </a:pPr>
            <a:r>
              <a:rPr lang="ru-RU" dirty="0" smtClean="0"/>
              <a:t>2. Устанавливаем </a:t>
            </a:r>
            <a:r>
              <a:rPr lang="en-US" dirty="0" smtClean="0"/>
              <a:t>aptitude</a:t>
            </a:r>
            <a:r>
              <a:rPr lang="ru-RU" dirty="0" smtClean="0"/>
              <a:t> и </a:t>
            </a:r>
            <a:r>
              <a:rPr lang="ru-RU" dirty="0" err="1" smtClean="0"/>
              <a:t>серчим</a:t>
            </a:r>
            <a:r>
              <a:rPr lang="ru-RU" dirty="0" smtClean="0"/>
              <a:t> </a:t>
            </a:r>
            <a:r>
              <a:rPr lang="en-US" dirty="0" err="1" smtClean="0"/>
              <a:t>mySQL</a:t>
            </a:r>
            <a:r>
              <a:rPr lang="ru-RU" dirty="0" smtClean="0"/>
              <a:t> с помощью его. Если я правильно помню команда установки будет выглядеть как </a:t>
            </a:r>
            <a:r>
              <a:rPr lang="en-US" dirty="0" err="1" smtClean="0"/>
              <a:t>sudo</a:t>
            </a:r>
            <a:r>
              <a:rPr lang="en-US" dirty="0" smtClean="0"/>
              <a:t> apt </a:t>
            </a:r>
            <a:r>
              <a:rPr lang="en-US" dirty="0" smtClean="0"/>
              <a:t>install </a:t>
            </a:r>
            <a:r>
              <a:rPr lang="en-US" dirty="0" err="1"/>
              <a:t>m</a:t>
            </a:r>
            <a:r>
              <a:rPr lang="en-US" dirty="0" err="1" smtClean="0"/>
              <a:t>ysql</a:t>
            </a:r>
            <a:r>
              <a:rPr lang="en-US" dirty="0" smtClean="0"/>
              <a:t>-server-</a:t>
            </a:r>
            <a:r>
              <a:rPr lang="en-US" dirty="0" err="1" smtClean="0"/>
              <a:t>standart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7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Заходим в </a:t>
            </a:r>
            <a:r>
              <a:rPr lang="en-US" dirty="0" err="1" smtClean="0"/>
              <a:t>mySQL</a:t>
            </a:r>
            <a:r>
              <a:rPr lang="ru-RU" dirty="0" smtClean="0"/>
              <a:t> с помощью </a:t>
            </a:r>
            <a:r>
              <a:rPr lang="ru-RU" dirty="0" err="1" smtClean="0"/>
              <a:t>суперпользователя</a:t>
            </a:r>
            <a:r>
              <a:rPr lang="ru-RU" dirty="0" smtClean="0"/>
              <a:t> без пароля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33" y="2492896"/>
            <a:ext cx="8601748" cy="2736304"/>
          </a:xfrm>
        </p:spPr>
      </p:pic>
    </p:spTree>
    <p:extLst>
      <p:ext uri="{BB962C8B-B14F-4D97-AF65-F5344CB8AC3E}">
        <p14:creationId xmlns:p14="http://schemas.microsoft.com/office/powerpoint/2010/main" val="219728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2687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Может так сложиться что предыдущая команда не сработает сервер БД вам откажет.</a:t>
            </a:r>
            <a:br>
              <a:rPr lang="ru-RU" dirty="0" smtClean="0"/>
            </a:br>
            <a:r>
              <a:rPr lang="ru-RU" dirty="0" smtClean="0"/>
              <a:t>Тогда вручную, прописываем строго какой у нас пользователь и что мы хотим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77072"/>
            <a:ext cx="7982715" cy="2664295"/>
          </a:xfrm>
        </p:spPr>
      </p:pic>
    </p:spTree>
    <p:extLst>
      <p:ext uri="{BB962C8B-B14F-4D97-AF65-F5344CB8AC3E}">
        <p14:creationId xmlns:p14="http://schemas.microsoft.com/office/powerpoint/2010/main" val="200819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Обновляем пароль пользователя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07" y="3539303"/>
            <a:ext cx="7445385" cy="647756"/>
          </a:xfrm>
        </p:spPr>
      </p:pic>
    </p:spTree>
    <p:extLst>
      <p:ext uri="{BB962C8B-B14F-4D97-AF65-F5344CB8AC3E}">
        <p14:creationId xmlns:p14="http://schemas.microsoft.com/office/powerpoint/2010/main" val="394199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5567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Теперь устанавливаем РНР</a:t>
            </a:r>
            <a:br>
              <a:rPr lang="ru-RU" dirty="0" smtClean="0"/>
            </a:br>
            <a:r>
              <a:rPr lang="ru-RU" dirty="0" smtClean="0"/>
              <a:t>В нашем случае (дистрибутив </a:t>
            </a:r>
            <a:r>
              <a:rPr lang="en-US" dirty="0" err="1" smtClean="0"/>
              <a:t>Debian</a:t>
            </a:r>
            <a:r>
              <a:rPr lang="en-US" dirty="0" smtClean="0"/>
              <a:t> 12) PHP – 8.2.20</a:t>
            </a:r>
            <a:br>
              <a:rPr lang="en-US" dirty="0" smtClean="0"/>
            </a:br>
            <a:r>
              <a:rPr lang="ru-RU" dirty="0" smtClean="0"/>
              <a:t>Но можно установить и 7.4 если это принципиально. Он еще доступен, но его нужно искать и устанавливать через </a:t>
            </a:r>
            <a:r>
              <a:rPr lang="en-US" dirty="0" smtClean="0"/>
              <a:t>aptitude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869160"/>
            <a:ext cx="8248187" cy="1008112"/>
          </a:xfrm>
        </p:spPr>
      </p:pic>
    </p:spTree>
    <p:extLst>
      <p:ext uri="{BB962C8B-B14F-4D97-AF65-F5344CB8AC3E}">
        <p14:creationId xmlns:p14="http://schemas.microsoft.com/office/powerpoint/2010/main" val="251602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Убеждаемся, что сервис РНР установился и активен. Не забываем, что все это делаем через </a:t>
            </a:r>
            <a:r>
              <a:rPr lang="en-US" dirty="0" err="1" smtClean="0"/>
              <a:t>sudo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88839"/>
            <a:ext cx="7727060" cy="5297167"/>
          </a:xfrm>
        </p:spPr>
      </p:pic>
    </p:spTree>
    <p:extLst>
      <p:ext uri="{BB962C8B-B14F-4D97-AF65-F5344CB8AC3E}">
        <p14:creationId xmlns:p14="http://schemas.microsoft.com/office/powerpoint/2010/main" val="63704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Настраиваем наш виртуальный хостинг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622508"/>
            <a:ext cx="6376016" cy="5235492"/>
          </a:xfrm>
        </p:spPr>
      </p:pic>
    </p:spTree>
    <p:extLst>
      <p:ext uri="{BB962C8B-B14F-4D97-AF65-F5344CB8AC3E}">
        <p14:creationId xmlns:p14="http://schemas.microsoft.com/office/powerpoint/2010/main" val="278075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</a:t>
            </a:r>
            <a:r>
              <a:rPr lang="en-US" dirty="0" err="1" smtClean="0"/>
              <a:t>nginx</a:t>
            </a:r>
            <a:r>
              <a:rPr lang="en-US" dirty="0" smtClean="0"/>
              <a:t> </a:t>
            </a:r>
            <a:r>
              <a:rPr lang="ru-RU" dirty="0" smtClean="0"/>
              <a:t>на синтаксические и прочие ошибки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3284984"/>
            <a:ext cx="10027529" cy="1140573"/>
          </a:xfrm>
        </p:spPr>
      </p:pic>
    </p:spTree>
    <p:extLst>
      <p:ext uri="{BB962C8B-B14F-4D97-AF65-F5344CB8AC3E}">
        <p14:creationId xmlns:p14="http://schemas.microsoft.com/office/powerpoint/2010/main" val="151832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Перезапускаем </a:t>
            </a:r>
            <a:r>
              <a:rPr lang="en-US" dirty="0" err="1" smtClean="0"/>
              <a:t>nginx</a:t>
            </a:r>
            <a:r>
              <a:rPr lang="en-US" dirty="0" smtClean="0"/>
              <a:t>, </a:t>
            </a:r>
            <a:r>
              <a:rPr lang="ru-RU" dirty="0" smtClean="0"/>
              <a:t>не забываем, что это все делается тоже с правами</a:t>
            </a:r>
            <a:r>
              <a:rPr lang="en-US" dirty="0" smtClean="0"/>
              <a:t> </a:t>
            </a:r>
            <a:r>
              <a:rPr lang="en-US" dirty="0" err="1" smtClean="0"/>
              <a:t>sudo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40968"/>
            <a:ext cx="8842936" cy="1368152"/>
          </a:xfrm>
        </p:spPr>
      </p:pic>
    </p:spTree>
    <p:extLst>
      <p:ext uri="{BB962C8B-B14F-4D97-AF65-F5344CB8AC3E}">
        <p14:creationId xmlns:p14="http://schemas.microsoft.com/office/powerpoint/2010/main" val="248361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50728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 о счастье. Наш сайт работает с РНР!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5070"/>
            <a:ext cx="8229600" cy="4076223"/>
          </a:xfrm>
        </p:spPr>
      </p:pic>
    </p:spTree>
    <p:extLst>
      <p:ext uri="{BB962C8B-B14F-4D97-AF65-F5344CB8AC3E}">
        <p14:creationId xmlns:p14="http://schemas.microsoft.com/office/powerpoint/2010/main" val="39964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Так, давайте подведем итоги. Мы установили три сервиса для разработки РНР сайтов:</a:t>
            </a:r>
          </a:p>
          <a:p>
            <a:pPr marL="514350" indent="-514350">
              <a:buAutoNum type="arabicPeriod"/>
            </a:pPr>
            <a:r>
              <a:rPr lang="ru-RU" dirty="0" smtClean="0"/>
              <a:t>Сервис виртуальных хостов </a:t>
            </a:r>
            <a:r>
              <a:rPr lang="en-US" dirty="0" err="1" smtClean="0"/>
              <a:t>nginx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СУБД </a:t>
            </a:r>
            <a:r>
              <a:rPr lang="en-US" dirty="0" err="1" smtClean="0"/>
              <a:t>mariaDB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Сервис обработки РНР языка </a:t>
            </a:r>
            <a:r>
              <a:rPr lang="en-US" dirty="0" smtClean="0"/>
              <a:t>P</a:t>
            </a:r>
            <a:r>
              <a:rPr lang="ru-RU" dirty="0" smtClean="0"/>
              <a:t>НР</a:t>
            </a:r>
            <a:r>
              <a:rPr lang="en-US" dirty="0" smtClean="0"/>
              <a:t> 8.2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Первые два обсуждать не будем, а вот настройка РНР сервисов требует своей доработки.</a:t>
            </a:r>
          </a:p>
          <a:p>
            <a:pPr marL="0" indent="0">
              <a:buNone/>
            </a:pPr>
            <a:r>
              <a:rPr lang="ru-RU" dirty="0" smtClean="0"/>
              <a:t>Поэтому состояние настроечных файлов: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337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Первая часть</a:t>
            </a:r>
            <a:br>
              <a:rPr lang="ru-RU" dirty="0" smtClean="0"/>
            </a:br>
            <a:r>
              <a:rPr lang="en-US" dirty="0" err="1" smtClean="0"/>
              <a:t>nginx.conf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340768"/>
            <a:ext cx="6755710" cy="5387298"/>
          </a:xfrm>
        </p:spPr>
      </p:pic>
    </p:spTree>
    <p:extLst>
      <p:ext uri="{BB962C8B-B14F-4D97-AF65-F5344CB8AC3E}">
        <p14:creationId xmlns:p14="http://schemas.microsoft.com/office/powerpoint/2010/main" val="81486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Вторая часть</a:t>
            </a:r>
            <a:br>
              <a:rPr lang="ru-RU" dirty="0" smtClean="0"/>
            </a:br>
            <a:r>
              <a:rPr lang="en-US" dirty="0" err="1" smtClean="0"/>
              <a:t>Nginx.conf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30189"/>
            <a:ext cx="8229600" cy="4065985"/>
          </a:xfrm>
        </p:spPr>
      </p:pic>
      <p:sp>
        <p:nvSpPr>
          <p:cNvPr id="7" name="TextBox 6"/>
          <p:cNvSpPr txBox="1"/>
          <p:nvPr/>
        </p:nvSpPr>
        <p:spPr>
          <a:xfrm>
            <a:off x="539552" y="6093296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Мы его упоминаем, потому что в нем мы настраиваем доступ к виртуальным хостам и соответственно работу с РНР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27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Настроечный файл собственно виртуального хоста</a:t>
            </a:r>
            <a:br>
              <a:rPr lang="ru-RU" dirty="0" smtClean="0"/>
            </a:br>
            <a:r>
              <a:rPr lang="ru-RU" dirty="0" smtClean="0"/>
              <a:t>Данный файл находится по адресу:</a:t>
            </a:r>
            <a:br>
              <a:rPr lang="ru-RU" dirty="0" smtClean="0"/>
            </a:br>
            <a:r>
              <a:rPr lang="en-US" dirty="0" smtClean="0"/>
              <a:t>/etc/nginx/sites-available/test.mysite.net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780928"/>
            <a:ext cx="8591328" cy="4028980"/>
          </a:xfrm>
        </p:spPr>
      </p:pic>
    </p:spTree>
    <p:extLst>
      <p:ext uri="{BB962C8B-B14F-4D97-AF65-F5344CB8AC3E}">
        <p14:creationId xmlns:p14="http://schemas.microsoft.com/office/powerpoint/2010/main" val="15616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 собственно первый загрузочный в сайте файл:</a:t>
            </a:r>
            <a:br>
              <a:rPr lang="ru-RU" dirty="0" smtClean="0"/>
            </a:br>
            <a:r>
              <a:rPr lang="en-US" dirty="0" err="1" smtClean="0"/>
              <a:t>Index.php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38381"/>
            <a:ext cx="8229600" cy="849600"/>
          </a:xfrm>
        </p:spPr>
      </p:pic>
    </p:spTree>
    <p:extLst>
      <p:ext uri="{BB962C8B-B14F-4D97-AF65-F5344CB8AC3E}">
        <p14:creationId xmlns:p14="http://schemas.microsoft.com/office/powerpoint/2010/main" val="344877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289</Words>
  <Application>Microsoft Office PowerPoint</Application>
  <PresentationFormat>Экран (4:3)</PresentationFormat>
  <Paragraphs>33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Настройка Web-Server NGINX</vt:lpstr>
      <vt:lpstr>В первую очередь устанавливаем сервер nginx</vt:lpstr>
      <vt:lpstr>На всякий случай стартуем его. Хотя можно начать со следующего шага, возможно ваш дистрибутив настроен на автоматический запуск сервера</vt:lpstr>
      <vt:lpstr>Проверяем его состояние. Сервер должен быть active</vt:lpstr>
      <vt:lpstr>Пробуем запустить сервер в браузере по адресу.  Поскольку виртуальный адрес мы с вами не настраивали, то прямо по ip: //192.168.0.186  (мой адрес сервера)</vt:lpstr>
      <vt:lpstr>Проверяем наличие/отсутствие файрвола. </vt:lpstr>
      <vt:lpstr>Устанавливаем и убеждаемся в работоспособности mySQL/mariaDB</vt:lpstr>
      <vt:lpstr>Презентация PowerPoint</vt:lpstr>
      <vt:lpstr>Заходим в mySQL с помощью суперпользователя без пароля</vt:lpstr>
      <vt:lpstr>Может так сложиться что предыдущая команда не сработает сервер БД вам откажет. Тогда вручную, прописываем строго какой у нас пользователь и что мы хотим</vt:lpstr>
      <vt:lpstr>Обновляем пароль пользователя</vt:lpstr>
      <vt:lpstr>Теперь устанавливаем РНР В нашем случае (дистрибутив Debian 12) PHP – 8.2.20 Но можно установить и 7.4 если это принципиально. Он еще доступен, но его нужно искать и устанавливать через aptitude</vt:lpstr>
      <vt:lpstr>Убеждаемся, что сервис РНР установился и активен. Не забываем, что все это делаем через sudo</vt:lpstr>
      <vt:lpstr>Настраиваем наш виртуальный хостинг</vt:lpstr>
      <vt:lpstr>Проверяем nginx на синтаксические и прочие ошибки</vt:lpstr>
      <vt:lpstr>Перезапускаем nginx, не забываем, что это все делается тоже с правами sudo</vt:lpstr>
      <vt:lpstr>И о счастье. Наш сайт работает с РНР!</vt:lpstr>
      <vt:lpstr>Презентация PowerPoint</vt:lpstr>
      <vt:lpstr>Первая часть nginx.conf</vt:lpstr>
      <vt:lpstr>Вторая часть Nginx.conf</vt:lpstr>
      <vt:lpstr>Настроечный файл собственно виртуального хоста Данный файл находится по адресу: /etc/nginx/sites-available/test.mysite.net</vt:lpstr>
      <vt:lpstr>И собственно первый загрузочный в сайте файл: Index.php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DNS</dc:title>
  <dc:creator>нет2 каби</dc:creator>
  <cp:lastModifiedBy>нет2 каби</cp:lastModifiedBy>
  <cp:revision>16</cp:revision>
  <dcterms:created xsi:type="dcterms:W3CDTF">2024-03-03T17:38:36Z</dcterms:created>
  <dcterms:modified xsi:type="dcterms:W3CDTF">2024-10-20T05:54:03Z</dcterms:modified>
</cp:coreProperties>
</file>