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nsportal.ru/npo-spo/informatika-i-vychislitelnaya-tekhnika/library/2024/03/09/shpargalka-dlya-studentov-ssa-po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samba-DC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студентов ССА-3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807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Преднастройка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Поскольку нам для настройки понадобится такой инструмент как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netplan</a:t>
            </a:r>
            <a:r>
              <a:rPr lang="ru-RU" dirty="0" smtClean="0"/>
              <a:t>, то следует убедиться что он у нас установлен и настроить его:</a:t>
            </a:r>
          </a:p>
          <a:p>
            <a:pPr marL="0" indent="0">
              <a:buNone/>
            </a:pPr>
            <a:r>
              <a:rPr lang="ru-RU" dirty="0" smtClean="0"/>
              <a:t>В дистрибутиве на базе которого я записывал шпаргалку он установлен не был. Поэтому в любом случае пишем: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sudo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apt install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netplan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dirty="0" smtClean="0"/>
              <a:t>Если он уже установлен то классически будет об этом сообщено и выведена версия.</a:t>
            </a:r>
          </a:p>
          <a:p>
            <a:pPr marL="0" indent="0">
              <a:buNone/>
            </a:pPr>
            <a:r>
              <a:rPr lang="ru-RU" dirty="0" smtClean="0"/>
              <a:t>Если эта команда выведет ошибку вводим: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sudo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apt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install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netplan.io</a:t>
            </a:r>
          </a:p>
        </p:txBody>
      </p:sp>
    </p:spTree>
    <p:extLst>
      <p:ext uri="{BB962C8B-B14F-4D97-AF65-F5344CB8AC3E}">
        <p14:creationId xmlns:p14="http://schemas.microsoft.com/office/powerpoint/2010/main" val="22705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netplan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4"/>
            <a:ext cx="8239020" cy="6207910"/>
          </a:xfrm>
        </p:spPr>
      </p:pic>
    </p:spTree>
    <p:extLst>
      <p:ext uri="{BB962C8B-B14F-4D97-AF65-F5344CB8AC3E}">
        <p14:creationId xmlns:p14="http://schemas.microsoft.com/office/powerpoint/2010/main" val="339001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Просматриваем директорию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netplan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68" y="1628800"/>
            <a:ext cx="8191703" cy="4896544"/>
          </a:xfrm>
        </p:spPr>
      </p:pic>
    </p:spTree>
    <p:extLst>
      <p:ext uri="{BB962C8B-B14F-4D97-AF65-F5344CB8AC3E}">
        <p14:creationId xmlns:p14="http://schemas.microsoft.com/office/powerpoint/2010/main" val="353896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 нас должен быть такой файл настройки/инициализации</a:t>
            </a:r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96" y="1728638"/>
            <a:ext cx="8202350" cy="2276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4725144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Этого файла может и не быть, тогда его нужно создать с таким именем. Потом его будем </a:t>
            </a:r>
            <a:r>
              <a:rPr lang="ru-RU" dirty="0" err="1" smtClean="0"/>
              <a:t>радактировать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998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для файла настройки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*.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yaml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netplan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90" y="1412776"/>
            <a:ext cx="8188340" cy="2808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165" y="4095070"/>
            <a:ext cx="83869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network: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err="1" smtClean="0"/>
              <a:t>ethernets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enp0s3: </a:t>
            </a:r>
          </a:p>
          <a:p>
            <a:r>
              <a:rPr lang="en-US" dirty="0"/>
              <a:t>	</a:t>
            </a:r>
            <a:r>
              <a:rPr lang="en-US" dirty="0" smtClean="0"/>
              <a:t>		dhcp4</a:t>
            </a:r>
            <a:r>
              <a:rPr lang="en-US" dirty="0"/>
              <a:t>: no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dhcp6</a:t>
            </a:r>
            <a:r>
              <a:rPr lang="en-US" dirty="0"/>
              <a:t>: no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addresses</a:t>
            </a:r>
            <a:r>
              <a:rPr lang="en-US" dirty="0"/>
              <a:t>: [192.168.1.100/24, ]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gateway4</a:t>
            </a:r>
            <a:r>
              <a:rPr lang="en-US" dirty="0"/>
              <a:t>: 192.168.1.1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err="1" smtClean="0"/>
              <a:t>nameservers</a:t>
            </a:r>
            <a:r>
              <a:rPr lang="en-US" dirty="0"/>
              <a:t>: </a:t>
            </a:r>
            <a:r>
              <a:rPr lang="en-US" dirty="0" smtClean="0"/>
              <a:t>	</a:t>
            </a:r>
          </a:p>
          <a:p>
            <a:r>
              <a:rPr lang="en-US" dirty="0"/>
              <a:t>	</a:t>
            </a:r>
            <a:r>
              <a:rPr lang="en-US" dirty="0" smtClean="0"/>
              <a:t>			addresses</a:t>
            </a:r>
            <a:r>
              <a:rPr lang="en-US" dirty="0"/>
              <a:t>: [192.168.1.1, ]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version</a:t>
            </a:r>
            <a:r>
              <a:rPr lang="en-US" dirty="0"/>
              <a:t>: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235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Устанавливаем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bind9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132856"/>
            <a:ext cx="8712707" cy="3024336"/>
          </a:xfrm>
        </p:spPr>
      </p:pic>
    </p:spTree>
    <p:extLst>
      <p:ext uri="{BB962C8B-B14F-4D97-AF65-F5344CB8AC3E}">
        <p14:creationId xmlns:p14="http://schemas.microsoft.com/office/powerpoint/2010/main" val="373031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установку демона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204864"/>
            <a:ext cx="8614688" cy="948407"/>
          </a:xfrm>
        </p:spPr>
      </p:pic>
    </p:spTree>
    <p:extLst>
      <p:ext uri="{BB962C8B-B14F-4D97-AF65-F5344CB8AC3E}">
        <p14:creationId xmlns:p14="http://schemas.microsoft.com/office/powerpoint/2010/main" val="251556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мотрим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где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держит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named.conf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09" y="2348880"/>
            <a:ext cx="8266390" cy="2304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552" y="1340768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Вводим команду:</a:t>
            </a:r>
            <a:br>
              <a:rPr lang="ru-RU" dirty="0" smtClean="0"/>
            </a:br>
            <a:r>
              <a:rPr lang="en-US" dirty="0"/>
              <a:t>named -V | </a:t>
            </a:r>
            <a:r>
              <a:rPr lang="en-US" dirty="0" err="1"/>
              <a:t>grep</a:t>
            </a:r>
            <a:r>
              <a:rPr lang="en-US" dirty="0"/>
              <a:t> </a:t>
            </a:r>
            <a:r>
              <a:rPr lang="en-US" dirty="0" err="1" smtClean="0"/>
              <a:t>sysco</a:t>
            </a:r>
            <a:endParaRPr lang="ru-RU" dirty="0" smtClean="0"/>
          </a:p>
          <a:p>
            <a:r>
              <a:rPr lang="ru-RU" dirty="0" smtClean="0"/>
              <a:t>И видим примерно следующее: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5157192"/>
            <a:ext cx="936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Тут очень важно заметить, что в </a:t>
            </a:r>
            <a:r>
              <a:rPr lang="en-US" dirty="0" smtClean="0"/>
              <a:t>named –V</a:t>
            </a:r>
            <a:r>
              <a:rPr lang="ru-RU" dirty="0" smtClean="0"/>
              <a:t> – В должно быть большое.  Т.е. буква заглавная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7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68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Смотрим где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 server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держит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кеш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2" y="1916832"/>
            <a:ext cx="9100588" cy="1080120"/>
          </a:xfrm>
        </p:spPr>
      </p:pic>
      <p:sp>
        <p:nvSpPr>
          <p:cNvPr id="5" name="TextBox 4"/>
          <p:cNvSpPr txBox="1"/>
          <p:nvPr/>
        </p:nvSpPr>
        <p:spPr>
          <a:xfrm>
            <a:off x="107504" y="3244334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результате чего видим примерно следующее: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4" y="4005064"/>
            <a:ext cx="9100588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named.conf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50" y="2348880"/>
            <a:ext cx="8156541" cy="2592288"/>
          </a:xfrm>
        </p:spPr>
      </p:pic>
      <p:sp>
        <p:nvSpPr>
          <p:cNvPr id="7" name="TextBox 6"/>
          <p:cNvSpPr txBox="1"/>
          <p:nvPr/>
        </p:nvSpPr>
        <p:spPr>
          <a:xfrm>
            <a:off x="827584" y="5445224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Нас интересуют отмеченные файлы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064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243408"/>
            <a:ext cx="8229600" cy="1143000"/>
          </a:xfrm>
        </p:spPr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Правим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named.conf.options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62068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# Глобальные настройки</a:t>
            </a:r>
          </a:p>
          <a:p>
            <a:pPr marL="0" indent="0">
              <a:buNone/>
            </a:pPr>
            <a:r>
              <a:rPr lang="en-US" sz="1200" dirty="0"/>
              <a:t>options {</a:t>
            </a:r>
          </a:p>
          <a:p>
            <a:pPr marL="0" indent="0">
              <a:buNone/>
            </a:pPr>
            <a:r>
              <a:rPr lang="en-US" sz="1200" dirty="0" err="1"/>
              <a:t>auth-nxdomain</a:t>
            </a:r>
            <a:r>
              <a:rPr lang="en-US" sz="1200" dirty="0"/>
              <a:t> yes;</a:t>
            </a:r>
          </a:p>
          <a:p>
            <a:pPr marL="0" indent="0">
              <a:buNone/>
            </a:pPr>
            <a:r>
              <a:rPr lang="en-US" sz="1200" dirty="0"/>
              <a:t>directory "/</a:t>
            </a:r>
            <a:r>
              <a:rPr lang="en-US" sz="1200" dirty="0" err="1"/>
              <a:t>var</a:t>
            </a:r>
            <a:r>
              <a:rPr lang="en-US" sz="1200" dirty="0"/>
              <a:t>/cache/bind"; #</a:t>
            </a:r>
            <a:r>
              <a:rPr lang="ru-RU" sz="1200" dirty="0"/>
              <a:t>Папка с </a:t>
            </a:r>
            <a:r>
              <a:rPr lang="ru-RU" sz="1200" dirty="0" err="1"/>
              <a:t>кешем</a:t>
            </a:r>
            <a:r>
              <a:rPr lang="ru-RU" sz="1200" dirty="0"/>
              <a:t> </a:t>
            </a:r>
            <a:r>
              <a:rPr lang="en-US" sz="1200" dirty="0"/>
              <a:t>bind</a:t>
            </a:r>
          </a:p>
          <a:p>
            <a:pPr marL="0" indent="0">
              <a:buNone/>
            </a:pPr>
            <a:r>
              <a:rPr lang="en-US" sz="1200" dirty="0"/>
              <a:t>notify no;</a:t>
            </a:r>
          </a:p>
          <a:p>
            <a:pPr marL="0" indent="0">
              <a:buNone/>
            </a:pPr>
            <a:r>
              <a:rPr lang="en-US" sz="1200" dirty="0"/>
              <a:t>empty-zones-enable no;</a:t>
            </a:r>
          </a:p>
          <a:p>
            <a:pPr marL="0" indent="0">
              <a:buNone/>
            </a:pPr>
            <a:r>
              <a:rPr lang="en-US" sz="1200" dirty="0" err="1"/>
              <a:t>tkey-gssapi-keytab</a:t>
            </a:r>
            <a:r>
              <a:rPr lang="en-US" sz="1200" dirty="0"/>
              <a:t> "/</a:t>
            </a:r>
            <a:r>
              <a:rPr lang="en-US" sz="1200" dirty="0" err="1"/>
              <a:t>var</a:t>
            </a:r>
            <a:r>
              <a:rPr lang="en-US" sz="1200" dirty="0"/>
              <a:t>/lib/samba/private/</a:t>
            </a:r>
            <a:r>
              <a:rPr lang="en-US" sz="1200" dirty="0" err="1"/>
              <a:t>dns.keytab</a:t>
            </a:r>
            <a:r>
              <a:rPr lang="en-US" sz="1200" dirty="0"/>
              <a:t>";</a:t>
            </a:r>
          </a:p>
          <a:p>
            <a:pPr marL="0" indent="0">
              <a:buNone/>
            </a:pPr>
            <a:r>
              <a:rPr lang="en-US" sz="1200" dirty="0"/>
              <a:t>minimal-responses yes;</a:t>
            </a:r>
          </a:p>
          <a:p>
            <a:pPr marL="0" indent="0">
              <a:buNone/>
            </a:pPr>
            <a:r>
              <a:rPr lang="en-US" sz="1200" dirty="0"/>
              <a:t># IP </a:t>
            </a:r>
            <a:r>
              <a:rPr lang="ru-RU" sz="1200" dirty="0"/>
              <a:t>адреса и подсети от которых будут обрабатываться запросы</a:t>
            </a:r>
          </a:p>
          <a:p>
            <a:pPr marL="0" indent="0">
              <a:buNone/>
            </a:pPr>
            <a:r>
              <a:rPr lang="en-US" sz="1200" dirty="0"/>
              <a:t>allow-query {</a:t>
            </a:r>
          </a:p>
          <a:p>
            <a:pPr marL="0" indent="0">
              <a:buNone/>
            </a:pPr>
            <a:r>
              <a:rPr lang="en-US" sz="1200" dirty="0"/>
              <a:t>127.0.0.1;</a:t>
            </a:r>
          </a:p>
          <a:p>
            <a:pPr marL="0" indent="0">
              <a:buNone/>
            </a:pPr>
            <a:r>
              <a:rPr lang="en-US" sz="1200" dirty="0"/>
              <a:t>192.168.1.0/24; #</a:t>
            </a:r>
            <a:r>
              <a:rPr lang="ru-RU" sz="1200" dirty="0"/>
              <a:t>Текущая локальная сеть </a:t>
            </a:r>
            <a:r>
              <a:rPr lang="en-US" sz="1200" dirty="0"/>
              <a:t>ag-dc-1.adminguide.lan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r>
              <a:rPr lang="en-US" sz="1200" dirty="0"/>
              <a:t># IP </a:t>
            </a:r>
            <a:r>
              <a:rPr lang="ru-RU" sz="1200" dirty="0"/>
              <a:t>адреса и подсети от которых будут обрабатываться рекурсивные запросы</a:t>
            </a:r>
          </a:p>
          <a:p>
            <a:pPr marL="0" indent="0">
              <a:buNone/>
            </a:pPr>
            <a:r>
              <a:rPr lang="ru-RU" sz="1200" dirty="0"/>
              <a:t># (Зон не обслуживаемых этим </a:t>
            </a:r>
            <a:r>
              <a:rPr lang="en-US" sz="1200" dirty="0"/>
              <a:t>DNS </a:t>
            </a:r>
            <a:r>
              <a:rPr lang="ru-RU" sz="1200" dirty="0"/>
              <a:t>сервером)</a:t>
            </a:r>
          </a:p>
          <a:p>
            <a:pPr marL="0" indent="0">
              <a:buNone/>
            </a:pPr>
            <a:r>
              <a:rPr lang="en-US" sz="1200" dirty="0"/>
              <a:t>allow-recursion {</a:t>
            </a:r>
          </a:p>
          <a:p>
            <a:pPr marL="0" indent="0">
              <a:buNone/>
            </a:pPr>
            <a:r>
              <a:rPr lang="en-US" sz="1200" dirty="0"/>
              <a:t>127.0.0.1;</a:t>
            </a:r>
          </a:p>
          <a:p>
            <a:pPr marL="0" indent="0">
              <a:buNone/>
            </a:pPr>
            <a:r>
              <a:rPr lang="en-US" sz="1200" dirty="0"/>
              <a:t>192.168.1.0/24; #</a:t>
            </a:r>
            <a:r>
              <a:rPr lang="ru-RU" sz="1200" dirty="0"/>
              <a:t>Текущая локальная сеть </a:t>
            </a:r>
            <a:r>
              <a:rPr lang="en-US" sz="1200" dirty="0"/>
              <a:t>ag-dc-1.adminguide.lan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r>
              <a:rPr lang="en-US" sz="1200" dirty="0"/>
              <a:t># </a:t>
            </a:r>
            <a:r>
              <a:rPr lang="ru-RU" sz="1200" dirty="0"/>
              <a:t>Перенаправлять запросы, на которые нет информации в локальной зоне</a:t>
            </a:r>
          </a:p>
          <a:p>
            <a:pPr marL="0" indent="0">
              <a:buNone/>
            </a:pPr>
            <a:r>
              <a:rPr lang="ru-RU" sz="1200" dirty="0"/>
              <a:t># на следующие сервера:</a:t>
            </a:r>
          </a:p>
          <a:p>
            <a:pPr marL="0" indent="0">
              <a:buNone/>
            </a:pPr>
            <a:r>
              <a:rPr lang="en-US" sz="1200" dirty="0"/>
              <a:t>forwarders {</a:t>
            </a:r>
          </a:p>
          <a:p>
            <a:pPr marL="0" indent="0">
              <a:buNone/>
            </a:pPr>
            <a:r>
              <a:rPr lang="en-US" sz="1200" dirty="0"/>
              <a:t>192.168.1.1; #IP </a:t>
            </a:r>
            <a:r>
              <a:rPr lang="ru-RU" sz="1200" dirty="0"/>
              <a:t>адрес </a:t>
            </a:r>
            <a:r>
              <a:rPr lang="en-US" sz="1200" dirty="0"/>
              <a:t>DNS </a:t>
            </a:r>
            <a:r>
              <a:rPr lang="ru-RU" sz="1200" dirty="0" err="1"/>
              <a:t>форвардера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8.8.8.8; #</a:t>
            </a:r>
            <a:r>
              <a:rPr lang="en-US" sz="1200" dirty="0"/>
              <a:t>IP </a:t>
            </a:r>
            <a:r>
              <a:rPr lang="ru-RU" sz="1200" dirty="0"/>
              <a:t>адрес </a:t>
            </a:r>
            <a:r>
              <a:rPr lang="en-US" sz="1200" dirty="0"/>
              <a:t>DNS </a:t>
            </a:r>
            <a:r>
              <a:rPr lang="ru-RU" sz="1200" dirty="0" err="1"/>
              <a:t>форвардера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8.8.4.4; #</a:t>
            </a:r>
            <a:r>
              <a:rPr lang="en-US" sz="1200" dirty="0"/>
              <a:t>IP </a:t>
            </a:r>
            <a:r>
              <a:rPr lang="ru-RU" sz="1200" dirty="0"/>
              <a:t>адрес </a:t>
            </a:r>
            <a:r>
              <a:rPr lang="en-US" sz="1200" dirty="0"/>
              <a:t>DNS </a:t>
            </a:r>
            <a:r>
              <a:rPr lang="ru-RU" sz="1200" dirty="0" err="1"/>
              <a:t>форвардера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};</a:t>
            </a:r>
          </a:p>
          <a:p>
            <a:pPr marL="0" indent="0">
              <a:buNone/>
            </a:pPr>
            <a:r>
              <a:rPr lang="ru-RU" sz="1200" dirty="0"/>
              <a:t># Запрет на трансфер зоны</a:t>
            </a:r>
          </a:p>
          <a:p>
            <a:pPr marL="0" indent="0">
              <a:buNone/>
            </a:pPr>
            <a:r>
              <a:rPr lang="en-US" sz="1200" dirty="0"/>
              <a:t>allow-transfer {</a:t>
            </a:r>
          </a:p>
          <a:p>
            <a:pPr marL="0" indent="0">
              <a:buNone/>
            </a:pPr>
            <a:r>
              <a:rPr lang="en-US" sz="1200" dirty="0"/>
              <a:t>none;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r>
              <a:rPr lang="en-US" sz="1200" dirty="0"/>
              <a:t>};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2395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 меня получилось следующее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46401"/>
            <a:ext cx="7510275" cy="5599767"/>
          </a:xfrm>
        </p:spPr>
      </p:pic>
    </p:spTree>
    <p:extLst>
      <p:ext uri="{BB962C8B-B14F-4D97-AF65-F5344CB8AC3E}">
        <p14:creationId xmlns:p14="http://schemas.microsoft.com/office/powerpoint/2010/main" val="24919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Настраиваем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named.conf.default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-zones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# Корневые сервера</a:t>
            </a:r>
          </a:p>
          <a:p>
            <a:pPr marL="0" indent="0">
              <a:buNone/>
            </a:pPr>
            <a:r>
              <a:rPr lang="ru-RU" dirty="0"/>
              <a:t># (Необходимы для рекурсивных запросов)</a:t>
            </a:r>
          </a:p>
          <a:p>
            <a:pPr marL="0" indent="0">
              <a:buNone/>
            </a:pPr>
            <a:r>
              <a:rPr lang="en-US" dirty="0"/>
              <a:t>zone "." {</a:t>
            </a:r>
          </a:p>
          <a:p>
            <a:pPr marL="0" indent="0">
              <a:buNone/>
            </a:pPr>
            <a:r>
              <a:rPr lang="en-US" dirty="0"/>
              <a:t>type hint;</a:t>
            </a:r>
          </a:p>
          <a:p>
            <a:pPr marL="0" indent="0">
              <a:buNone/>
            </a:pPr>
            <a:r>
              <a:rPr lang="en-US" dirty="0"/>
              <a:t>file "</a:t>
            </a:r>
            <a:r>
              <a:rPr lang="en-US" dirty="0" err="1"/>
              <a:t>named.root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# </a:t>
            </a:r>
            <a:r>
              <a:rPr lang="en-US" dirty="0" err="1"/>
              <a:t>localhost</a:t>
            </a:r>
            <a:r>
              <a:rPr lang="en-US" dirty="0"/>
              <a:t> zone</a:t>
            </a:r>
          </a:p>
          <a:p>
            <a:pPr marL="0" indent="0">
              <a:buNone/>
            </a:pPr>
            <a:r>
              <a:rPr lang="en-US" dirty="0"/>
              <a:t>zone "</a:t>
            </a:r>
            <a:r>
              <a:rPr lang="en-US" dirty="0" err="1"/>
              <a:t>localhost</a:t>
            </a:r>
            <a:r>
              <a:rPr lang="en-US" dirty="0"/>
              <a:t>" {</a:t>
            </a:r>
          </a:p>
          <a:p>
            <a:pPr marL="0" indent="0">
              <a:buNone/>
            </a:pPr>
            <a:r>
              <a:rPr lang="en-US" dirty="0"/>
              <a:t>type master;</a:t>
            </a:r>
          </a:p>
          <a:p>
            <a:pPr marL="0" indent="0">
              <a:buNone/>
            </a:pPr>
            <a:r>
              <a:rPr lang="en-US" dirty="0"/>
              <a:t>file "master/</a:t>
            </a:r>
            <a:r>
              <a:rPr lang="en-US" dirty="0" err="1"/>
              <a:t>localhost.zone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# 127.0.0. zone.</a:t>
            </a:r>
          </a:p>
          <a:p>
            <a:pPr marL="0" indent="0">
              <a:buNone/>
            </a:pPr>
            <a:r>
              <a:rPr lang="en-US" dirty="0"/>
              <a:t>zone "0.0.127.in-addr.arpa" {</a:t>
            </a:r>
          </a:p>
          <a:p>
            <a:pPr marL="0" indent="0">
              <a:buNone/>
            </a:pPr>
            <a:r>
              <a:rPr lang="en-US" dirty="0"/>
              <a:t>type master;</a:t>
            </a:r>
          </a:p>
          <a:p>
            <a:pPr marL="0" indent="0">
              <a:buNone/>
            </a:pPr>
            <a:r>
              <a:rPr lang="en-US" dirty="0"/>
              <a:t>file "master/0.0.127.zone";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3" y="980728"/>
            <a:ext cx="8908533" cy="71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3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нашем случае это выглядит так: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48" y="1844823"/>
            <a:ext cx="8748348" cy="4402763"/>
          </a:xfrm>
        </p:spPr>
      </p:pic>
    </p:spTree>
    <p:extLst>
      <p:ext uri="{BB962C8B-B14F-4D97-AF65-F5344CB8AC3E}">
        <p14:creationId xmlns:p14="http://schemas.microsoft.com/office/powerpoint/2010/main" val="336028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Отключаем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-resolved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4" y="2132856"/>
            <a:ext cx="8055471" cy="1296144"/>
          </a:xfrm>
        </p:spPr>
      </p:pic>
      <p:sp>
        <p:nvSpPr>
          <p:cNvPr id="5" name="TextBox 4"/>
          <p:cNvSpPr txBox="1"/>
          <p:nvPr/>
        </p:nvSpPr>
        <p:spPr>
          <a:xfrm>
            <a:off x="899592" y="3861048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нашем случае система утверждает, что все эти сервисы не запущены поэтому она выдает ошибку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817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Смотрим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resolv.conf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76" y="1772816"/>
            <a:ext cx="8301514" cy="864096"/>
          </a:xfr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268966"/>
            <a:ext cx="8194422" cy="71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544" y="4725144"/>
            <a:ext cx="8194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Это не совсем то что мы хотели бы здесь видеть – 192.169.0.1 адрес моего роутера. А нам нужно, что бы здесь «рулил» наш сервер.</a:t>
            </a:r>
          </a:p>
          <a:p>
            <a:r>
              <a:rPr lang="ru-RU" dirty="0" smtClean="0"/>
              <a:t>Поэтому: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1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Удаляем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симлинк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resolv.conf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36" y="1772816"/>
            <a:ext cx="7460973" cy="792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576" y="2996952"/>
            <a:ext cx="7625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записываем заново с необходимыми настройками: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67" y="3568082"/>
            <a:ext cx="7449087" cy="65300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89" y="4869160"/>
            <a:ext cx="7594520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6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Редактируем файл </a:t>
            </a:r>
            <a:r>
              <a:rPr lang="ru-RU" dirty="0"/>
              <a:t>/</a:t>
            </a:r>
            <a:r>
              <a:rPr lang="en-US" dirty="0" err="1"/>
              <a:t>etc</a:t>
            </a:r>
            <a:r>
              <a:rPr lang="en-US" dirty="0"/>
              <a:t>/hosts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48" y="2204864"/>
            <a:ext cx="7686181" cy="79208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64" y="3450332"/>
            <a:ext cx="7549086" cy="213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6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 что у нас нет никаких «хвостов» от </a:t>
            </a:r>
            <a:r>
              <a:rPr lang="en-US" dirty="0" smtClean="0"/>
              <a:t>Samba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284984"/>
            <a:ext cx="8059363" cy="864096"/>
          </a:xfrm>
        </p:spPr>
      </p:pic>
    </p:spTree>
    <p:extLst>
      <p:ext uri="{BB962C8B-B14F-4D97-AF65-F5344CB8AC3E}">
        <p14:creationId xmlns:p14="http://schemas.microsoft.com/office/powerpoint/2010/main" val="392883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-315416"/>
            <a:ext cx="8229600" cy="1143000"/>
          </a:xfrm>
        </p:spPr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пробуем установить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76672"/>
            <a:ext cx="8662403" cy="6458809"/>
          </a:xfrm>
        </p:spPr>
      </p:pic>
    </p:spTree>
    <p:extLst>
      <p:ext uri="{BB962C8B-B14F-4D97-AF65-F5344CB8AC3E}">
        <p14:creationId xmlns:p14="http://schemas.microsoft.com/office/powerpoint/2010/main" val="213784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ТТДЦ!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apt -y install samba krb5-config </a:t>
            </a:r>
            <a:r>
              <a:rPr lang="en-US" dirty="0" err="1"/>
              <a:t>winbind</a:t>
            </a:r>
            <a:r>
              <a:rPr lang="en-US" dirty="0"/>
              <a:t> </a:t>
            </a:r>
            <a:r>
              <a:rPr lang="en-US" dirty="0" err="1"/>
              <a:t>smbclient</a:t>
            </a:r>
            <a:r>
              <a:rPr lang="en-US" dirty="0"/>
              <a:t> </a:t>
            </a:r>
            <a:r>
              <a:rPr lang="en-US" dirty="0" smtClean="0"/>
              <a:t>krb5-user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Выдает ошибку. Во всяком случае в </a:t>
            </a:r>
            <a:r>
              <a:rPr lang="en-US" dirty="0" err="1" smtClean="0"/>
              <a:t>Debian</a:t>
            </a:r>
            <a:r>
              <a:rPr lang="en-US" dirty="0" smtClean="0"/>
              <a:t> 12</a:t>
            </a:r>
          </a:p>
          <a:p>
            <a:pPr marL="0" indent="0">
              <a:buNone/>
            </a:pPr>
            <a:r>
              <a:rPr lang="ru-RU" dirty="0" smtClean="0"/>
              <a:t>Поэтому используем: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apt -y install samba krb5-config </a:t>
            </a:r>
            <a:r>
              <a:rPr lang="en-US" dirty="0" err="1"/>
              <a:t>winbind</a:t>
            </a:r>
            <a:r>
              <a:rPr lang="en-US" dirty="0"/>
              <a:t> </a:t>
            </a:r>
            <a:r>
              <a:rPr lang="en-US" dirty="0" err="1"/>
              <a:t>smbclient</a:t>
            </a:r>
            <a:r>
              <a:rPr lang="en-US" dirty="0"/>
              <a:t> </a:t>
            </a:r>
            <a:r>
              <a:rPr lang="en-US" dirty="0" smtClean="0"/>
              <a:t>krb5-user –fix-missing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См. предыдущий слайд перед </a:t>
            </a:r>
            <a:r>
              <a:rPr lang="en-US" dirty="0" smtClean="0"/>
              <a:t>fix</a:t>
            </a:r>
            <a:r>
              <a:rPr lang="ru-RU" dirty="0" smtClean="0"/>
              <a:t> не один а два тире. Или как говорят зарубежные коллеги минус </a:t>
            </a:r>
            <a:r>
              <a:rPr lang="ru-RU" dirty="0" smtClean="0">
                <a:sym typeface="Wingdings" pitchFamily="2" charset="2"/>
              </a:rPr>
              <a:t>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178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Настраиваем аутентификацию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kerberos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195803" cy="6033022"/>
          </a:xfrm>
        </p:spPr>
      </p:pic>
    </p:spTree>
    <p:extLst>
      <p:ext uri="{BB962C8B-B14F-4D97-AF65-F5344CB8AC3E}">
        <p14:creationId xmlns:p14="http://schemas.microsoft.com/office/powerpoint/2010/main" val="348918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Сервер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Kerberos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для вашей области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4"/>
            <a:ext cx="8273330" cy="6124549"/>
          </a:xfrm>
        </p:spPr>
      </p:pic>
    </p:spTree>
    <p:extLst>
      <p:ext uri="{BB962C8B-B14F-4D97-AF65-F5344CB8AC3E}">
        <p14:creationId xmlns:p14="http://schemas.microsoft.com/office/powerpoint/2010/main" val="260363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Управляющий сервер вашей области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Kerberos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318622" cy="6259974"/>
          </a:xfrm>
        </p:spPr>
      </p:pic>
    </p:spTree>
    <p:extLst>
      <p:ext uri="{BB962C8B-B14F-4D97-AF65-F5344CB8AC3E}">
        <p14:creationId xmlns:p14="http://schemas.microsoft.com/office/powerpoint/2010/main" val="289452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Обязательно удаляем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smb.conf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если его оставить, и пробовать править то наши настройки не применятся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996952"/>
            <a:ext cx="8565954" cy="1341288"/>
          </a:xfrm>
        </p:spPr>
      </p:pic>
    </p:spTree>
    <p:extLst>
      <p:ext uri="{BB962C8B-B14F-4D97-AF65-F5344CB8AC3E}">
        <p14:creationId xmlns:p14="http://schemas.microsoft.com/office/powerpoint/2010/main" val="6472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Запускаем настройку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samba-ad-dc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27" y="2348880"/>
            <a:ext cx="8507337" cy="1440160"/>
          </a:xfrm>
        </p:spPr>
      </p:pic>
      <p:sp>
        <p:nvSpPr>
          <p:cNvPr id="5" name="TextBox 4"/>
          <p:cNvSpPr txBox="1"/>
          <p:nvPr/>
        </p:nvSpPr>
        <p:spPr>
          <a:xfrm>
            <a:off x="395536" y="4437112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Как вы обратили внимание у меня эта команда прописана «дважды» если вы заметили в первом случае у меня одно тире перед ключом –</a:t>
            </a:r>
            <a:r>
              <a:rPr lang="en-US" dirty="0" smtClean="0"/>
              <a:t>interactive</a:t>
            </a:r>
          </a:p>
          <a:p>
            <a:r>
              <a:rPr lang="en-US" dirty="0" smtClean="0"/>
              <a:t>-rfc2307 – </a:t>
            </a:r>
            <a:r>
              <a:rPr lang="ru-RU" dirty="0" smtClean="0"/>
              <a:t>инструкция которая помогает нам вводить в этот  домен и </a:t>
            </a:r>
            <a:r>
              <a:rPr lang="ru-RU" dirty="0" err="1" smtClean="0"/>
              <a:t>линукс</a:t>
            </a:r>
            <a:r>
              <a:rPr lang="ru-RU" dirty="0" smtClean="0"/>
              <a:t> машины. То есть сервер у нас получается гетерогенный. Как и бывает в настоящих сетях </a:t>
            </a:r>
            <a:r>
              <a:rPr lang="ru-RU" dirty="0" smtClean="0">
                <a:sym typeface="Wingdings" pitchFamily="2" charset="2"/>
              </a:rPr>
              <a:t>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1307793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samba-tool domain provision --use-rfc2307 --interactive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51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Настраиваем сервер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28" y="2348880"/>
            <a:ext cx="8043948" cy="1728192"/>
          </a:xfrm>
        </p:spPr>
      </p:pic>
      <p:sp>
        <p:nvSpPr>
          <p:cNvPr id="5" name="TextBox 4"/>
          <p:cNvSpPr txBox="1"/>
          <p:nvPr/>
        </p:nvSpPr>
        <p:spPr>
          <a:xfrm>
            <a:off x="755576" y="1484784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Как вы заметили почти все настройщик прописывает сам, единственное что нам нужно это прописать </a:t>
            </a:r>
            <a:r>
              <a:rPr lang="en-US" dirty="0" smtClean="0"/>
              <a:t>BIND9_DLZ</a:t>
            </a:r>
            <a:r>
              <a:rPr lang="ru-RU" dirty="0" smtClean="0"/>
              <a:t> потому что мы для </a:t>
            </a:r>
            <a:r>
              <a:rPr lang="en-US" dirty="0" smtClean="0"/>
              <a:t>DNS </a:t>
            </a:r>
            <a:r>
              <a:rPr lang="ru-RU" dirty="0" smtClean="0"/>
              <a:t>используем</a:t>
            </a:r>
            <a:r>
              <a:rPr lang="en-US" dirty="0" smtClean="0"/>
              <a:t> bind9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4365104"/>
            <a:ext cx="7704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Вообще </a:t>
            </a:r>
            <a:r>
              <a:rPr lang="en-US" dirty="0" smtClean="0"/>
              <a:t>samba </a:t>
            </a:r>
            <a:r>
              <a:rPr lang="ru-RU" dirty="0" smtClean="0"/>
              <a:t>предлагает использовать внутренний сервер </a:t>
            </a:r>
            <a:r>
              <a:rPr lang="en-US" dirty="0"/>
              <a:t>DNS </a:t>
            </a:r>
            <a:r>
              <a:rPr lang="ru-RU" dirty="0" smtClean="0"/>
              <a:t> - </a:t>
            </a:r>
            <a:r>
              <a:rPr lang="en-US" dirty="0" smtClean="0"/>
              <a:t>SAMBA_INTERNAL</a:t>
            </a:r>
            <a:r>
              <a:rPr lang="ru-RU" dirty="0" smtClean="0"/>
              <a:t>. Но мой отрицательный опыт попыток настройки </a:t>
            </a:r>
            <a:r>
              <a:rPr lang="en-US" dirty="0" smtClean="0"/>
              <a:t>samba-ad-dc </a:t>
            </a:r>
            <a:r>
              <a:rPr lang="ru-RU" dirty="0" smtClean="0"/>
              <a:t>на </a:t>
            </a:r>
            <a:r>
              <a:rPr lang="en-US" dirty="0" smtClean="0"/>
              <a:t>SAMBA_INTERNAL</a:t>
            </a:r>
            <a:r>
              <a:rPr lang="ru-RU" dirty="0" smtClean="0"/>
              <a:t> не дает мне морального права рекомендовать вам тоже. Возможно на других дистрибутивах это проходит безболезненно, но в </a:t>
            </a:r>
            <a:r>
              <a:rPr lang="en-US" dirty="0" err="1" smtClean="0"/>
              <a:t>debian</a:t>
            </a:r>
            <a:r>
              <a:rPr lang="en-US" dirty="0" smtClean="0"/>
              <a:t> </a:t>
            </a:r>
            <a:r>
              <a:rPr lang="ru-RU" dirty="0" smtClean="0"/>
              <a:t>нет.</a:t>
            </a:r>
            <a:endParaRPr lang="ru-RU" dirty="0"/>
          </a:p>
        </p:txBody>
      </p:sp>
      <p:sp>
        <p:nvSpPr>
          <p:cNvPr id="7" name="AutoShape 2" descr="https://sotni.ru/wp-content/uploads/2023/08/znak-vnimaniia-2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11" y="4701987"/>
            <a:ext cx="569466" cy="20955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3608" y="5842432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Обратите внимание, что как и везде в </a:t>
            </a:r>
            <a:r>
              <a:rPr lang="en-US" dirty="0" err="1"/>
              <a:t>debian</a:t>
            </a:r>
            <a:r>
              <a:rPr lang="en-US" dirty="0"/>
              <a:t> </a:t>
            </a:r>
            <a:r>
              <a:rPr lang="ru-RU" dirty="0" smtClean="0"/>
              <a:t> шрифт имеет значение, поэтому </a:t>
            </a:r>
            <a:r>
              <a:rPr lang="en-US" dirty="0" smtClean="0"/>
              <a:t>BIND9_DLZ</a:t>
            </a:r>
            <a:r>
              <a:rPr lang="ru-RU" dirty="0" smtClean="0"/>
              <a:t> нужно прописывать именно заглавными буквами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379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мы сделали все правильно у нас получилось следующее: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0" y="2132856"/>
            <a:ext cx="8175677" cy="2952328"/>
          </a:xfrm>
        </p:spPr>
      </p:pic>
      <p:sp>
        <p:nvSpPr>
          <p:cNvPr id="5" name="TextBox 4"/>
          <p:cNvSpPr txBox="1"/>
          <p:nvPr/>
        </p:nvSpPr>
        <p:spPr>
          <a:xfrm>
            <a:off x="683568" y="5554106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Последний параметр – это идентификатор домена, все остальное должно выглядеть как говорится точь-в-точь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35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Активируем интеграцию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DLZ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96752"/>
            <a:ext cx="7909189" cy="456975"/>
          </a:xfr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72816"/>
            <a:ext cx="7871076" cy="5049369"/>
          </a:xfrm>
          <a:prstGeom prst="rect">
            <a:avLst/>
          </a:prstGeom>
        </p:spPr>
      </p:pic>
      <p:sp>
        <p:nvSpPr>
          <p:cNvPr id="12" name="Стрелка влево 11"/>
          <p:cNvSpPr/>
          <p:nvPr/>
        </p:nvSpPr>
        <p:spPr>
          <a:xfrm rot="16200000">
            <a:off x="6984268" y="4033031"/>
            <a:ext cx="1800200" cy="2736304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71600" y="2636912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Если все сделано правильно будет активирована эта строка в файле:</a:t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 smtClean="0">
                <a:solidFill>
                  <a:srgbClr val="FF0000"/>
                </a:solidFill>
              </a:rPr>
              <a:t>var</a:t>
            </a:r>
            <a:r>
              <a:rPr lang="en-US" dirty="0" smtClean="0">
                <a:solidFill>
                  <a:srgbClr val="FF0000"/>
                </a:solidFill>
              </a:rPr>
              <a:t>/lib/samba/bind-</a:t>
            </a:r>
            <a:r>
              <a:rPr lang="en-US" dirty="0" err="1" smtClean="0">
                <a:solidFill>
                  <a:srgbClr val="FF0000"/>
                </a:solidFill>
              </a:rPr>
              <a:t>dns</a:t>
            </a:r>
            <a:r>
              <a:rPr lang="en-US" dirty="0" smtClean="0">
                <a:solidFill>
                  <a:srgbClr val="FF0000"/>
                </a:solidFill>
              </a:rPr>
              <a:t>/</a:t>
            </a:r>
            <a:r>
              <a:rPr lang="en-US" dirty="0" err="1" smtClean="0">
                <a:solidFill>
                  <a:srgbClr val="FF0000"/>
                </a:solidFill>
              </a:rPr>
              <a:t>named.conf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FF0000"/>
                </a:solidFill>
              </a:rPr>
              <a:t>Цифра в версии может отличаться, но файл должен выглядеть так: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3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Этот же файл надо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заинклудить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 основную конфигурацию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18" y="2276872"/>
            <a:ext cx="8134956" cy="2880320"/>
          </a:xfrm>
        </p:spPr>
      </p:pic>
      <p:sp>
        <p:nvSpPr>
          <p:cNvPr id="5" name="TextBox 4"/>
          <p:cNvSpPr txBox="1"/>
          <p:nvPr/>
        </p:nvSpPr>
        <p:spPr>
          <a:xfrm>
            <a:off x="539552" y="5517232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 "/</a:t>
            </a:r>
            <a:r>
              <a:rPr lang="en-US" dirty="0" err="1"/>
              <a:t>var</a:t>
            </a:r>
            <a:r>
              <a:rPr lang="en-US" dirty="0"/>
              <a:t>/lib/samba/bind-</a:t>
            </a:r>
            <a:r>
              <a:rPr lang="en-US" dirty="0" err="1"/>
              <a:t>dns</a:t>
            </a:r>
            <a:r>
              <a:rPr lang="en-US" dirty="0"/>
              <a:t>/</a:t>
            </a:r>
            <a:r>
              <a:rPr lang="en-US" dirty="0" err="1"/>
              <a:t>named.conf</a:t>
            </a:r>
            <a:r>
              <a:rPr lang="en-US" dirty="0"/>
              <a:t>";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952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права на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dns.keytab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348880"/>
            <a:ext cx="8188970" cy="864096"/>
          </a:xfrm>
        </p:spPr>
      </p:pic>
      <p:sp>
        <p:nvSpPr>
          <p:cNvPr id="9" name="TextBox 8"/>
          <p:cNvSpPr txBox="1"/>
          <p:nvPr/>
        </p:nvSpPr>
        <p:spPr>
          <a:xfrm>
            <a:off x="683568" y="1412776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ls</a:t>
            </a:r>
            <a:r>
              <a:rPr lang="en-US" dirty="0"/>
              <a:t> -l /</a:t>
            </a:r>
            <a:r>
              <a:rPr lang="en-US" dirty="0" err="1"/>
              <a:t>var</a:t>
            </a:r>
            <a:r>
              <a:rPr lang="en-US" dirty="0"/>
              <a:t>/lib/samba/private/</a:t>
            </a:r>
            <a:r>
              <a:rPr lang="en-US" dirty="0" err="1"/>
              <a:t>dns.keytab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99592" y="3933056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у вас так же как на картинке, то ОК, если нет надо привести к такому виду комбинациями команда </a:t>
            </a:r>
            <a:r>
              <a:rPr lang="en-US" dirty="0" err="1" smtClean="0"/>
              <a:t>chown</a:t>
            </a:r>
            <a:r>
              <a:rPr lang="en-US" dirty="0" smtClean="0"/>
              <a:t> </a:t>
            </a:r>
            <a:r>
              <a:rPr lang="ru-RU" dirty="0" smtClean="0"/>
              <a:t>и</a:t>
            </a:r>
            <a:r>
              <a:rPr lang="en-US" dirty="0" smtClean="0"/>
              <a:t> </a:t>
            </a:r>
            <a:r>
              <a:rPr lang="en-US" dirty="0" err="1" smtClean="0"/>
              <a:t>chmod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246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права на папку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bind-dns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67" y="1916832"/>
            <a:ext cx="8545377" cy="3240360"/>
          </a:xfrm>
        </p:spPr>
      </p:pic>
    </p:spTree>
    <p:extLst>
      <p:ext uri="{BB962C8B-B14F-4D97-AF65-F5344CB8AC3E}">
        <p14:creationId xmlns:p14="http://schemas.microsoft.com/office/powerpoint/2010/main" val="180665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Смотрим права на /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/krb5.conf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96" y="1988840"/>
            <a:ext cx="7827697" cy="1728192"/>
          </a:xfrm>
        </p:spPr>
      </p:pic>
      <p:sp>
        <p:nvSpPr>
          <p:cNvPr id="5" name="TextBox 4"/>
          <p:cNvSpPr txBox="1"/>
          <p:nvPr/>
        </p:nvSpPr>
        <p:spPr>
          <a:xfrm>
            <a:off x="899592" y="4365104"/>
            <a:ext cx="7632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у вас получилось к сожалению как у меня, то </a:t>
            </a:r>
            <a:r>
              <a:rPr lang="ru-RU" dirty="0" err="1" smtClean="0"/>
              <a:t>донастаиваете</a:t>
            </a:r>
            <a:r>
              <a:rPr lang="ru-RU" dirty="0" smtClean="0"/>
              <a:t>:</a:t>
            </a:r>
            <a:br>
              <a:rPr lang="ru-RU" dirty="0" smtClean="0"/>
            </a:b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chown</a:t>
            </a:r>
            <a:r>
              <a:rPr lang="en-US" dirty="0"/>
              <a:t> </a:t>
            </a:r>
            <a:r>
              <a:rPr lang="en-US" dirty="0" err="1"/>
              <a:t>root:bind</a:t>
            </a:r>
            <a:r>
              <a:rPr lang="en-US" dirty="0"/>
              <a:t> /</a:t>
            </a:r>
            <a:r>
              <a:rPr lang="en-US" dirty="0" err="1" smtClean="0"/>
              <a:t>etc</a:t>
            </a:r>
            <a:r>
              <a:rPr lang="en-US" dirty="0" smtClean="0"/>
              <a:t>/krb5.conf</a:t>
            </a:r>
            <a:endParaRPr lang="ru-RU" dirty="0" smtClean="0"/>
          </a:p>
          <a:p>
            <a:r>
              <a:rPr lang="ru-RU" dirty="0" smtClean="0"/>
              <a:t>Если вам повезло, то команда</a:t>
            </a:r>
          </a:p>
          <a:p>
            <a:r>
              <a:rPr lang="en-US" dirty="0" err="1"/>
              <a:t>ls</a:t>
            </a:r>
            <a:r>
              <a:rPr lang="en-US" dirty="0"/>
              <a:t> -l /</a:t>
            </a:r>
            <a:r>
              <a:rPr lang="en-US" dirty="0" err="1" smtClean="0"/>
              <a:t>etc</a:t>
            </a:r>
            <a:r>
              <a:rPr lang="en-US" dirty="0" smtClean="0"/>
              <a:t>/krb5.conf</a:t>
            </a:r>
            <a:endParaRPr lang="ru-RU" dirty="0" smtClean="0"/>
          </a:p>
          <a:p>
            <a:r>
              <a:rPr lang="ru-RU" dirty="0" smtClean="0"/>
              <a:t>Должна показать</a:t>
            </a:r>
          </a:p>
          <a:p>
            <a:r>
              <a:rPr lang="ru-RU" dirty="0" smtClean="0"/>
              <a:t>…. </a:t>
            </a:r>
            <a:r>
              <a:rPr lang="en-US" dirty="0" smtClean="0"/>
              <a:t>root bind…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29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289032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наличие утилиты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nsupdate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624" y="2060848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</a:t>
            </a:r>
            <a:r>
              <a:rPr lang="en-US" dirty="0" err="1"/>
              <a:t>nsupdate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77" y="2924944"/>
            <a:ext cx="8106580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5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Загружаем список корневых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серверов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1988840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wget</a:t>
            </a:r>
            <a:r>
              <a:rPr lang="en-US" dirty="0"/>
              <a:t> -q -O /</a:t>
            </a:r>
            <a:r>
              <a:rPr lang="en-US" dirty="0" err="1"/>
              <a:t>var</a:t>
            </a:r>
            <a:r>
              <a:rPr lang="en-US" dirty="0"/>
              <a:t>/cache/bind/</a:t>
            </a:r>
            <a:r>
              <a:rPr lang="en-US" dirty="0" err="1"/>
              <a:t>named.root</a:t>
            </a:r>
            <a:r>
              <a:rPr lang="en-US" dirty="0"/>
              <a:t> http://www.internic.net/zones/named.root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chown</a:t>
            </a:r>
            <a:r>
              <a:rPr lang="en-US" dirty="0"/>
              <a:t> </a:t>
            </a:r>
            <a:r>
              <a:rPr lang="en-US" dirty="0" err="1"/>
              <a:t>root:bind</a:t>
            </a:r>
            <a:r>
              <a:rPr lang="en-US" dirty="0"/>
              <a:t> /</a:t>
            </a:r>
            <a:r>
              <a:rPr lang="en-US" dirty="0" err="1"/>
              <a:t>var</a:t>
            </a:r>
            <a:r>
              <a:rPr lang="en-US" dirty="0"/>
              <a:t>/cache/bind/</a:t>
            </a:r>
            <a:r>
              <a:rPr lang="en-US" dirty="0" err="1"/>
              <a:t>named.root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chmod</a:t>
            </a:r>
            <a:r>
              <a:rPr lang="en-US" dirty="0"/>
              <a:t> 640 /</a:t>
            </a:r>
            <a:r>
              <a:rPr lang="en-US" dirty="0" err="1"/>
              <a:t>var</a:t>
            </a:r>
            <a:r>
              <a:rPr lang="en-US" dirty="0"/>
              <a:t>/cache/bind/</a:t>
            </a:r>
            <a:r>
              <a:rPr lang="en-US" dirty="0" err="1"/>
              <a:t>named.root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35" y="3457573"/>
            <a:ext cx="8280937" cy="1051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1560" y="4869160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Как вы обратили внимание я опять сделал опечатку ;-)	</a:t>
            </a:r>
          </a:p>
        </p:txBody>
      </p:sp>
    </p:spTree>
    <p:extLst>
      <p:ext uri="{BB962C8B-B14F-4D97-AF65-F5344CB8AC3E}">
        <p14:creationId xmlns:p14="http://schemas.microsoft.com/office/powerpoint/2010/main" val="403622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конфиг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624" y="1556792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named-</a:t>
            </a:r>
            <a:r>
              <a:rPr lang="en-US" dirty="0" err="1"/>
              <a:t>checkconf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99" y="2348880"/>
            <a:ext cx="7723709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8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Стартуем и проверяем наш серве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72816"/>
            <a:ext cx="8193013" cy="5674084"/>
          </a:xfrm>
        </p:spPr>
      </p:pic>
    </p:spTree>
    <p:extLst>
      <p:ext uri="{BB962C8B-B14F-4D97-AF65-F5344CB8AC3E}">
        <p14:creationId xmlns:p14="http://schemas.microsoft.com/office/powerpoint/2010/main" val="43081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зон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Поскольку старт сервера прошел успешно о чем говорит надпись зеленым </a:t>
            </a:r>
            <a:r>
              <a:rPr lang="en-US" dirty="0" smtClean="0">
                <a:solidFill>
                  <a:srgbClr val="00B050"/>
                </a:solidFill>
              </a:rPr>
              <a:t>active</a:t>
            </a:r>
            <a:r>
              <a:rPr lang="ru-RU" dirty="0" smtClean="0">
                <a:solidFill>
                  <a:srgbClr val="00B050"/>
                </a:solidFill>
              </a:rPr>
              <a:t> </a:t>
            </a:r>
            <a:r>
              <a:rPr lang="ru-RU" dirty="0" smtClean="0"/>
              <a:t>можно настраивать видимость зон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Поскольку </a:t>
            </a:r>
            <a:r>
              <a:rPr lang="en-US" dirty="0" smtClean="0"/>
              <a:t>BIND </a:t>
            </a:r>
            <a:r>
              <a:rPr lang="ru-RU" dirty="0" smtClean="0"/>
              <a:t>у нас </a:t>
            </a:r>
            <a:r>
              <a:rPr lang="en-US" dirty="0" smtClean="0"/>
              <a:t>9.18</a:t>
            </a:r>
            <a:r>
              <a:rPr lang="ru-RU" dirty="0" smtClean="0"/>
              <a:t>, то для настройки зон у нас уже есть файл и причем для прямой зоны его даже не надо править – это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/bind/</a:t>
            </a:r>
            <a:r>
              <a:rPr lang="en-US" dirty="0" err="1" smtClean="0"/>
              <a:t>db.local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653136"/>
            <a:ext cx="7920882" cy="15841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552" y="6309320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Поэтому мы его просто копируем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783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Зона прямого доступа должны выглядеть примерно так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52" y="1916832"/>
            <a:ext cx="8208911" cy="2520280"/>
          </a:xfrm>
        </p:spPr>
      </p:pic>
    </p:spTree>
    <p:extLst>
      <p:ext uri="{BB962C8B-B14F-4D97-AF65-F5344CB8AC3E}">
        <p14:creationId xmlns:p14="http://schemas.microsoft.com/office/powerpoint/2010/main" val="338259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Зона обратного тогда так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78" y="1916832"/>
            <a:ext cx="8323026" cy="3312368"/>
          </a:xfrm>
        </p:spPr>
      </p:pic>
      <p:sp>
        <p:nvSpPr>
          <p:cNvPr id="5" name="TextBox 4"/>
          <p:cNvSpPr txBox="1"/>
          <p:nvPr/>
        </p:nvSpPr>
        <p:spPr>
          <a:xfrm>
            <a:off x="467544" y="551723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Я не объясняю здесь про адреса и указатели Если кто не в курсе пересмотрите шпаргалку по </a:t>
            </a:r>
            <a:r>
              <a:rPr lang="en-US" dirty="0" smtClean="0"/>
              <a:t>DNS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123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правильность работы сервера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85" y="1916832"/>
            <a:ext cx="8101117" cy="3168352"/>
          </a:xfrm>
        </p:spPr>
      </p:pic>
      <p:sp>
        <p:nvSpPr>
          <p:cNvPr id="5" name="TextBox 4"/>
          <p:cNvSpPr txBox="1"/>
          <p:nvPr/>
        </p:nvSpPr>
        <p:spPr>
          <a:xfrm>
            <a:off x="539552" y="5445224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service bind9 restart</a:t>
            </a:r>
          </a:p>
          <a:p>
            <a:r>
              <a:rPr lang="en-US" dirty="0"/>
              <a:t>host -t A </a:t>
            </a:r>
            <a:r>
              <a:rPr lang="en-US" dirty="0" err="1"/>
              <a:t>localhost</a:t>
            </a:r>
            <a:r>
              <a:rPr lang="en-US" dirty="0"/>
              <a:t> 127.0.0.1</a:t>
            </a:r>
          </a:p>
          <a:p>
            <a:r>
              <a:rPr lang="en-US" dirty="0"/>
              <a:t>host -t PTR 127.0.0.1 127.0.0.1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937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корректной работы, все процессы самбы должна запускать сама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самба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stop </a:t>
            </a:r>
            <a:r>
              <a:rPr lang="en-US" dirty="0" err="1"/>
              <a:t>smbd</a:t>
            </a:r>
            <a:r>
              <a:rPr lang="en-US" dirty="0"/>
              <a:t> </a:t>
            </a:r>
            <a:r>
              <a:rPr lang="en-US" dirty="0" err="1"/>
              <a:t>nmbd</a:t>
            </a:r>
            <a:r>
              <a:rPr lang="en-US" dirty="0"/>
              <a:t> </a:t>
            </a:r>
            <a:r>
              <a:rPr lang="en-US" dirty="0" err="1"/>
              <a:t>winbind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disable </a:t>
            </a:r>
            <a:r>
              <a:rPr lang="en-US" dirty="0" err="1"/>
              <a:t>smbd</a:t>
            </a:r>
            <a:r>
              <a:rPr lang="en-US" dirty="0"/>
              <a:t> </a:t>
            </a:r>
            <a:r>
              <a:rPr lang="en-US" dirty="0" err="1"/>
              <a:t>nmbd</a:t>
            </a:r>
            <a:r>
              <a:rPr lang="en-US" dirty="0"/>
              <a:t> </a:t>
            </a:r>
            <a:r>
              <a:rPr lang="en-US" dirty="0" err="1"/>
              <a:t>winbind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mask </a:t>
            </a:r>
            <a:r>
              <a:rPr lang="en-US" dirty="0" err="1"/>
              <a:t>smbd</a:t>
            </a:r>
            <a:r>
              <a:rPr lang="en-US" dirty="0"/>
              <a:t> </a:t>
            </a:r>
            <a:r>
              <a:rPr lang="en-US" dirty="0" err="1"/>
              <a:t>nmbd</a:t>
            </a:r>
            <a:r>
              <a:rPr lang="en-US" dirty="0"/>
              <a:t> </a:t>
            </a:r>
            <a:r>
              <a:rPr lang="en-US" dirty="0" err="1" smtClean="0"/>
              <a:t>winbind</a:t>
            </a:r>
            <a:endParaRPr lang="ru-RU" dirty="0" smtClean="0"/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unmask samba-ad-dc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samba-ad-dc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samba-ad-dc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86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 будет следующим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38" y="1916832"/>
            <a:ext cx="8047331" cy="4176464"/>
          </a:xfrm>
        </p:spPr>
      </p:pic>
    </p:spTree>
    <p:extLst>
      <p:ext uri="{BB962C8B-B14F-4D97-AF65-F5344CB8AC3E}">
        <p14:creationId xmlns:p14="http://schemas.microsoft.com/office/powerpoint/2010/main" val="305150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вот так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276872"/>
            <a:ext cx="7569021" cy="1581407"/>
          </a:xfrm>
        </p:spPr>
      </p:pic>
    </p:spTree>
    <p:extLst>
      <p:ext uri="{BB962C8B-B14F-4D97-AF65-F5344CB8AC3E}">
        <p14:creationId xmlns:p14="http://schemas.microsoft.com/office/powerpoint/2010/main" val="374072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адреса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По идее нам необходимо настроить еще </a:t>
            </a:r>
            <a:r>
              <a:rPr lang="en-US" dirty="0" smtClean="0"/>
              <a:t>*.</a:t>
            </a:r>
            <a:r>
              <a:rPr lang="en-US" dirty="0" err="1" smtClean="0"/>
              <a:t>yaml</a:t>
            </a:r>
            <a:r>
              <a:rPr lang="en-US" dirty="0" smtClean="0"/>
              <a:t>, </a:t>
            </a:r>
            <a:r>
              <a:rPr lang="ru-RU" dirty="0" smtClean="0"/>
              <a:t>но поверьте мне на слово если вы не пропустили начальную настройку у вас так и будет все как надо. Код инструкций же привожу: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netplan</a:t>
            </a:r>
            <a:r>
              <a:rPr lang="en-US" dirty="0"/>
              <a:t>/*.</a:t>
            </a:r>
            <a:r>
              <a:rPr lang="en-US" dirty="0" err="1" smtClean="0"/>
              <a:t>yaml</a:t>
            </a:r>
            <a:endParaRPr lang="ru-RU" dirty="0" smtClean="0"/>
          </a:p>
          <a:p>
            <a:pPr marL="0" indent="0">
              <a:buNone/>
            </a:pPr>
            <a:r>
              <a:rPr lang="en-US" dirty="0"/>
              <a:t> dhcp4: no</a:t>
            </a:r>
          </a:p>
          <a:p>
            <a:pPr marL="0" indent="0">
              <a:buNone/>
            </a:pPr>
            <a:r>
              <a:rPr lang="en-US" dirty="0"/>
              <a:t>dhcp6: no</a:t>
            </a:r>
          </a:p>
          <a:p>
            <a:pPr marL="0" indent="0">
              <a:buNone/>
            </a:pPr>
            <a:r>
              <a:rPr lang="en-US" dirty="0"/>
              <a:t>addresses: [192.168.1.100/24, ]</a:t>
            </a:r>
          </a:p>
          <a:p>
            <a:pPr marL="0" indent="0">
              <a:buNone/>
            </a:pPr>
            <a:r>
              <a:rPr lang="en-US" dirty="0"/>
              <a:t>gateway4: 192.168.1.1</a:t>
            </a:r>
          </a:p>
          <a:p>
            <a:pPr marL="0" indent="0">
              <a:buNone/>
            </a:pPr>
            <a:r>
              <a:rPr lang="en-US" dirty="0" err="1"/>
              <a:t>nameservers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addresses: [192.168.1.100, 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13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Настраиваем адрес сервера имён, так же указывая там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DC, приведя его к виду: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568" y="2060848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Запускаем:</a:t>
            </a:r>
            <a:br>
              <a:rPr lang="ru-RU" dirty="0" smtClean="0"/>
            </a:b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89" y="2852936"/>
            <a:ext cx="7632848" cy="794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7589" y="3748390"/>
            <a:ext cx="839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не поверите, но этот негодяй опять все сбросил к настройкам по роутеру: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117722"/>
            <a:ext cx="7552853" cy="660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4005" y="4950767"/>
            <a:ext cx="7536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Поэтому нам нужно ввести советующие настройки:</a:t>
            </a:r>
          </a:p>
          <a:p>
            <a:r>
              <a:rPr lang="en-US" dirty="0" err="1"/>
              <a:t>nameserver</a:t>
            </a:r>
            <a:r>
              <a:rPr lang="en-US" dirty="0"/>
              <a:t> </a:t>
            </a:r>
            <a:r>
              <a:rPr lang="en-US" dirty="0" smtClean="0"/>
              <a:t>192.168.1.1</a:t>
            </a:r>
            <a:endParaRPr lang="en-US" dirty="0"/>
          </a:p>
          <a:p>
            <a:r>
              <a:rPr lang="en-US" dirty="0"/>
              <a:t>search </a:t>
            </a:r>
            <a:r>
              <a:rPr lang="en-US" dirty="0" err="1" smtClean="0"/>
              <a:t>debian.local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5854624"/>
            <a:ext cx="7408837" cy="102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Копируем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krb5.conf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проверяем 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28" y="2132856"/>
            <a:ext cx="7964082" cy="2304256"/>
          </a:xfrm>
        </p:spPr>
      </p:pic>
      <p:sp>
        <p:nvSpPr>
          <p:cNvPr id="5" name="TextBox 4"/>
          <p:cNvSpPr txBox="1"/>
          <p:nvPr/>
        </p:nvSpPr>
        <p:spPr>
          <a:xfrm>
            <a:off x="755576" y="5085184"/>
            <a:ext cx="828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 имеющиеся на контроллере общие каталоги</a:t>
            </a:r>
          </a:p>
        </p:txBody>
      </p:sp>
    </p:spTree>
    <p:extLst>
      <p:ext uri="{BB962C8B-B14F-4D97-AF65-F5344CB8AC3E}">
        <p14:creationId xmlns:p14="http://schemas.microsoft.com/office/powerpoint/2010/main" val="154358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возможность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подключения к </a:t>
            </a:r>
            <a:r>
              <a:rPr lang="ru-R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netlogon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84" y="1988840"/>
            <a:ext cx="8064899" cy="1512168"/>
          </a:xfrm>
        </p:spPr>
      </p:pic>
      <p:sp>
        <p:nvSpPr>
          <p:cNvPr id="5" name="TextBox 4"/>
          <p:cNvSpPr txBox="1"/>
          <p:nvPr/>
        </p:nvSpPr>
        <p:spPr>
          <a:xfrm>
            <a:off x="899592" y="4149080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smbclient</a:t>
            </a:r>
            <a:r>
              <a:rPr lang="en-US" dirty="0"/>
              <a:t> //</a:t>
            </a:r>
            <a:r>
              <a:rPr lang="en-US" dirty="0" err="1"/>
              <a:t>localhost</a:t>
            </a:r>
            <a:r>
              <a:rPr lang="en-US" dirty="0"/>
              <a:t>/</a:t>
            </a:r>
            <a:r>
              <a:rPr lang="en-US" dirty="0" err="1"/>
              <a:t>netlogon</a:t>
            </a:r>
            <a:r>
              <a:rPr lang="en-US" dirty="0"/>
              <a:t> -</a:t>
            </a:r>
            <a:r>
              <a:rPr lang="en-US" dirty="0" err="1"/>
              <a:t>UAdministrator</a:t>
            </a:r>
            <a:r>
              <a:rPr lang="en-US" dirty="0"/>
              <a:t> -c '</a:t>
            </a:r>
            <a:r>
              <a:rPr lang="en-US" dirty="0" err="1"/>
              <a:t>ls</a:t>
            </a:r>
            <a:r>
              <a:rPr lang="en-US" dirty="0"/>
              <a:t>'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151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Теперь самый трепетный момент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2" y="2564904"/>
            <a:ext cx="7986134" cy="1872208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062" y="476672"/>
            <a:ext cx="598938" cy="1776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3568" y="1124744"/>
            <a:ext cx="7776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Во-первых смотрим SRV запись _</a:t>
            </a:r>
            <a:r>
              <a:rPr lang="ru-RU" dirty="0" err="1" smtClean="0"/>
              <a:t>ldap</a:t>
            </a:r>
            <a:endParaRPr lang="ru-RU" dirty="0" smtClean="0"/>
          </a:p>
          <a:p>
            <a:r>
              <a:rPr lang="ru-RU" dirty="0" smtClean="0"/>
              <a:t>Если кто то не узнал это надпись </a:t>
            </a:r>
            <a:r>
              <a:rPr lang="en-US" dirty="0" smtClean="0"/>
              <a:t>LDAP</a:t>
            </a:r>
            <a:endParaRPr lang="ru-RU" dirty="0" smtClean="0"/>
          </a:p>
          <a:p>
            <a:r>
              <a:rPr lang="en-US" dirty="0"/>
              <a:t>host -t SRV _</a:t>
            </a:r>
            <a:r>
              <a:rPr lang="en-US" dirty="0" err="1"/>
              <a:t>ldap</a:t>
            </a:r>
            <a:r>
              <a:rPr lang="en-US" dirty="0"/>
              <a:t>._</a:t>
            </a:r>
            <a:r>
              <a:rPr lang="en-US" dirty="0" err="1" smtClean="0"/>
              <a:t>tcp.debian.local</a:t>
            </a:r>
            <a:r>
              <a:rPr lang="en-US" dirty="0" smtClean="0"/>
              <a:t>.</a:t>
            </a:r>
          </a:p>
          <a:p>
            <a:r>
              <a:rPr lang="ru-RU" dirty="0" smtClean="0"/>
              <a:t>И так же как в файлах настройки зон видимости точка в конце это не опечатка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11560" y="4509120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Во-вторых смотрим SRV запись _</a:t>
            </a:r>
            <a:r>
              <a:rPr lang="ru-RU" dirty="0" err="1" smtClean="0"/>
              <a:t>kerberos</a:t>
            </a:r>
            <a:endParaRPr lang="ru-RU" dirty="0" smtClean="0"/>
          </a:p>
          <a:p>
            <a:r>
              <a:rPr lang="en-US" dirty="0"/>
              <a:t>host -t SRV _</a:t>
            </a:r>
            <a:r>
              <a:rPr lang="en-US" dirty="0" err="1"/>
              <a:t>kerberos</a:t>
            </a:r>
            <a:r>
              <a:rPr lang="en-US" dirty="0"/>
              <a:t>._</a:t>
            </a:r>
            <a:r>
              <a:rPr lang="en-US" dirty="0" err="1" smtClean="0"/>
              <a:t>udp.debian.local</a:t>
            </a:r>
            <a:r>
              <a:rPr lang="en-US" dirty="0" smtClean="0"/>
              <a:t>.</a:t>
            </a:r>
          </a:p>
          <a:p>
            <a:r>
              <a:rPr lang="ru-RU" dirty="0" smtClean="0"/>
              <a:t>То есть как вы заметили нас интересует наш домен.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83568" y="5589240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В-третьих проверяем A запись контроллера </a:t>
            </a:r>
            <a:r>
              <a:rPr lang="ru-RU" dirty="0" smtClean="0"/>
              <a:t>домена</a:t>
            </a:r>
          </a:p>
          <a:p>
            <a:r>
              <a:rPr lang="en-US" dirty="0"/>
              <a:t>host -t A </a:t>
            </a:r>
            <a:r>
              <a:rPr lang="en-US" dirty="0" err="1" smtClean="0"/>
              <a:t>dc.debian.local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По моему опыт проверка не обязательная, но код инструкции я привести был обязан </a:t>
            </a:r>
            <a:r>
              <a:rPr lang="ru-RU" dirty="0" smtClean="0">
                <a:sym typeface="Wingdings" pitchFamily="2" charset="2"/>
              </a:rPr>
              <a:t>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582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32656"/>
            <a:ext cx="9396536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работоспособность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Kerberos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63" y="2348880"/>
            <a:ext cx="8058266" cy="1080120"/>
          </a:xfrm>
        </p:spPr>
      </p:pic>
      <p:sp>
        <p:nvSpPr>
          <p:cNvPr id="6" name="TextBox 5"/>
          <p:cNvSpPr txBox="1"/>
          <p:nvPr/>
        </p:nvSpPr>
        <p:spPr>
          <a:xfrm>
            <a:off x="467544" y="1412776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kinit</a:t>
            </a:r>
            <a:r>
              <a:rPr lang="en-US" dirty="0"/>
              <a:t> administrator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39416" y="3933056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Он нам в ответ пишет насколько дней выдан наш пароль и какого числа его надо сменить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4595505"/>
            <a:ext cx="7704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идеале нужно бы провести настройку </a:t>
            </a:r>
            <a:r>
              <a:rPr lang="en-US" dirty="0" smtClean="0"/>
              <a:t>DHCP server</a:t>
            </a:r>
            <a:r>
              <a:rPr lang="ru-RU" dirty="0" smtClean="0"/>
              <a:t>, но мы с вами это уже проходили. Посмотрите если еще не:</a:t>
            </a:r>
            <a:br>
              <a:rPr lang="ru-RU" dirty="0" smtClean="0"/>
            </a:b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nsportal.ru/npo-spo/informatika-i-vychislitelnaya-tekhnika/library/2024/03/09/shpargalka-dlya-studentov-ssa-po</a:t>
            </a:r>
            <a:endParaRPr lang="en-US" dirty="0" smtClean="0"/>
          </a:p>
          <a:p>
            <a:r>
              <a:rPr lang="ru-RU" dirty="0" smtClean="0"/>
              <a:t>Так же инструкция настройки есть на сайте который мне помог систематизировать мои знания.</a:t>
            </a:r>
          </a:p>
          <a:p>
            <a:r>
              <a:rPr lang="ru-RU" dirty="0" smtClean="0"/>
              <a:t>А по новой его настраивать хоть и не долго но лень. Поэтому мы переходим к настройке: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289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клиента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01" y="1628800"/>
            <a:ext cx="3950153" cy="4608512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В первую очередь я забыл сказать, вернее не сохранил настройки </a:t>
            </a:r>
            <a:r>
              <a:rPr lang="en-US" dirty="0" smtClean="0"/>
              <a:t>Windows-client:</a:t>
            </a:r>
          </a:p>
          <a:p>
            <a:pPr marL="0" indent="0">
              <a:buNone/>
            </a:pPr>
            <a:r>
              <a:rPr lang="en-US" dirty="0" smtClean="0"/>
              <a:t>address: 192.168.1.111</a:t>
            </a:r>
          </a:p>
          <a:p>
            <a:pPr marL="0" indent="0">
              <a:buNone/>
            </a:pPr>
            <a:r>
              <a:rPr lang="en-US" dirty="0" smtClean="0"/>
              <a:t>mask: 255.255.255.0</a:t>
            </a:r>
          </a:p>
          <a:p>
            <a:pPr marL="0" indent="0">
              <a:buNone/>
            </a:pPr>
            <a:r>
              <a:rPr lang="en-US" dirty="0" smtClean="0"/>
              <a:t>gateway: 192.168.1.1</a:t>
            </a:r>
          </a:p>
          <a:p>
            <a:pPr marL="0" indent="0">
              <a:buNone/>
            </a:pPr>
            <a:r>
              <a:rPr lang="en-US" dirty="0" smtClean="0"/>
              <a:t>DNS server 192.168.1.1</a:t>
            </a:r>
          </a:p>
          <a:p>
            <a:pPr marL="0" indent="0">
              <a:buNone/>
            </a:pPr>
            <a:r>
              <a:rPr lang="en-US" dirty="0" smtClean="0"/>
              <a:t>Sec DNS server 192.168.1.1</a:t>
            </a:r>
          </a:p>
          <a:p>
            <a:pPr marL="0" indent="0">
              <a:buNone/>
            </a:pPr>
            <a:r>
              <a:rPr lang="ru-RU" dirty="0" smtClean="0"/>
              <a:t>И меняем имя рабочей станции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11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Переходим в домен.</a:t>
            </a:r>
          </a:p>
          <a:p>
            <a:pPr marL="0" indent="0">
              <a:buNone/>
            </a:pPr>
            <a:r>
              <a:rPr lang="ru-RU" dirty="0" smtClean="0"/>
              <a:t>Обращаю внимание адрес не полный только домен.</a:t>
            </a:r>
          </a:p>
          <a:p>
            <a:pPr marL="0" indent="0">
              <a:buNone/>
            </a:pPr>
            <a:r>
              <a:rPr lang="ru-RU" dirty="0" smtClean="0"/>
              <a:t>Он запрашивает пользователя и пароль. У меня только этот поэтому ввожу его. Если есть необходимость можно добавить пользователя в домен командой: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4" y="1628800"/>
            <a:ext cx="4454185" cy="4464496"/>
          </a:xfrm>
        </p:spPr>
      </p:pic>
      <p:sp>
        <p:nvSpPr>
          <p:cNvPr id="8" name="TextBox 7"/>
          <p:cNvSpPr txBox="1"/>
          <p:nvPr/>
        </p:nvSpPr>
        <p:spPr>
          <a:xfrm>
            <a:off x="539552" y="6381328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samba-tool user create User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22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Примечание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По нажатию </a:t>
            </a:r>
            <a:r>
              <a:rPr lang="en-US" dirty="0" smtClean="0"/>
              <a:t>Enter</a:t>
            </a:r>
            <a:r>
              <a:rPr lang="ru-RU" dirty="0" smtClean="0"/>
              <a:t> он запросит пользователя его новый пароль дважды и запомнит его.</a:t>
            </a:r>
          </a:p>
          <a:p>
            <a:pPr marL="0" indent="0">
              <a:buNone/>
            </a:pPr>
            <a:r>
              <a:rPr lang="ru-RU" dirty="0"/>
              <a:t>Поскольку </a:t>
            </a:r>
            <a:r>
              <a:rPr lang="ru-RU" dirty="0" err="1"/>
              <a:t>smbpasswd</a:t>
            </a:r>
            <a:r>
              <a:rPr lang="ru-RU" dirty="0"/>
              <a:t> работает в режиме клиент-сервер, взаимодействуя с локальным </a:t>
            </a:r>
            <a:r>
              <a:rPr lang="ru-RU" dirty="0" err="1"/>
              <a:t>smbd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для пользователя без полномочий </a:t>
            </a:r>
            <a:r>
              <a:rPr lang="ru-RU" dirty="0" err="1"/>
              <a:t>root</a:t>
            </a:r>
            <a:r>
              <a:rPr lang="ru-RU" dirty="0"/>
              <a:t>, для этого должен быть запущен демон </a:t>
            </a:r>
            <a:r>
              <a:rPr lang="ru-RU" dirty="0" err="1"/>
              <a:t>smbd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Распространенной проблемой является добавление ограничения для хостов,</a:t>
            </a:r>
          </a:p>
          <a:p>
            <a:pPr marL="0" indent="0">
              <a:buNone/>
            </a:pPr>
            <a:r>
              <a:rPr lang="ru-RU" dirty="0"/>
              <a:t>которые могут получить доступ к </a:t>
            </a:r>
            <a:r>
              <a:rPr lang="ru-RU" dirty="0" err="1"/>
              <a:t>smbd</a:t>
            </a:r>
            <a:r>
              <a:rPr lang="ru-RU" dirty="0"/>
              <a:t>, работающий на локальном компьютере,</a:t>
            </a:r>
          </a:p>
          <a:p>
            <a:pPr marL="0" indent="0">
              <a:buNone/>
            </a:pPr>
            <a:r>
              <a:rPr lang="ru-RU" dirty="0"/>
              <a:t>указав либо разрешить хосты, либо запретить запись хостов в файле </a:t>
            </a:r>
            <a:r>
              <a:rPr lang="ru-RU" dirty="0" err="1" smtClean="0"/>
              <a:t>smb.conf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 пренебречь разрешением «</a:t>
            </a:r>
            <a:r>
              <a:rPr lang="ru-RU" dirty="0" err="1"/>
              <a:t>localhost</a:t>
            </a:r>
            <a:r>
              <a:rPr lang="ru-RU" dirty="0"/>
              <a:t>» доступа к </a:t>
            </a:r>
            <a:r>
              <a:rPr lang="ru-RU" dirty="0" err="1"/>
              <a:t>smbd</a:t>
            </a:r>
            <a:r>
              <a:rPr lang="ru-RU" dirty="0"/>
              <a:t> 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758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ТТДМ!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708920"/>
            <a:ext cx="4200467" cy="2160240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700808"/>
            <a:ext cx="1058102" cy="3139037"/>
          </a:xfrm>
        </p:spPr>
      </p:pic>
      <p:sp>
        <p:nvSpPr>
          <p:cNvPr id="7" name="TextBox 6"/>
          <p:cNvSpPr txBox="1"/>
          <p:nvPr/>
        </p:nvSpPr>
        <p:spPr>
          <a:xfrm>
            <a:off x="539552" y="5445224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Вот он нас и приветствует в домене </a:t>
            </a:r>
            <a:r>
              <a:rPr lang="en-US" dirty="0" err="1" smtClean="0"/>
              <a:t>debian.local</a:t>
            </a:r>
            <a:r>
              <a:rPr lang="en-US" dirty="0" smtClean="0"/>
              <a:t>  </a:t>
            </a:r>
            <a:r>
              <a:rPr lang="ru-RU" dirty="0" smtClean="0"/>
              <a:t>то есть в </a:t>
            </a:r>
            <a:r>
              <a:rPr lang="en-US" dirty="0" smtClean="0"/>
              <a:t>samba-ad-dc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78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Запуск после перезагрузки предлагает нам выбор загрузки локально или в домен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767177" cy="5803063"/>
          </a:xfrm>
        </p:spPr>
      </p:pic>
    </p:spTree>
    <p:extLst>
      <p:ext uri="{BB962C8B-B14F-4D97-AF65-F5344CB8AC3E}">
        <p14:creationId xmlns:p14="http://schemas.microsoft.com/office/powerpoint/2010/main" val="69900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Убеждаемся что компьютер в домене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00808"/>
            <a:ext cx="8271233" cy="5197250"/>
          </a:xfrm>
        </p:spPr>
      </p:pic>
    </p:spTree>
    <p:extLst>
      <p:ext uri="{BB962C8B-B14F-4D97-AF65-F5344CB8AC3E}">
        <p14:creationId xmlns:p14="http://schemas.microsoft.com/office/powerpoint/2010/main" val="18179984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Заходим через домен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96752"/>
            <a:ext cx="7835763" cy="5866929"/>
          </a:xfrm>
        </p:spPr>
      </p:pic>
    </p:spTree>
    <p:extLst>
      <p:ext uri="{BB962C8B-B14F-4D97-AF65-F5344CB8AC3E}">
        <p14:creationId xmlns:p14="http://schemas.microsoft.com/office/powerpoint/2010/main" val="14471084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1441</Words>
  <Application>Microsoft Office PowerPoint</Application>
  <PresentationFormat>Экран (4:3)</PresentationFormat>
  <Paragraphs>221</Paragraphs>
  <Slides>58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59" baseType="lpstr">
      <vt:lpstr>Тема Office</vt:lpstr>
      <vt:lpstr>Настройка samba-DC</vt:lpstr>
      <vt:lpstr>Преднастройка</vt:lpstr>
      <vt:lpstr>Установка netplan</vt:lpstr>
      <vt:lpstr>Просматриваем директорию netplan</vt:lpstr>
      <vt:lpstr>У нас должен быть такой файл настройки/инициализации</vt:lpstr>
      <vt:lpstr>Код для файла настройки *.yaml netplan</vt:lpstr>
      <vt:lpstr>Устанавливаем bind9</vt:lpstr>
      <vt:lpstr>Проверяем установку демона</vt:lpstr>
      <vt:lpstr>Cмотрим где bind держит named.conf</vt:lpstr>
      <vt:lpstr>Смотрим где DNS server держит кеш</vt:lpstr>
      <vt:lpstr>Проверяем named.conf</vt:lpstr>
      <vt:lpstr>Правим named.conf.options</vt:lpstr>
      <vt:lpstr>У меня получилось следующее</vt:lpstr>
      <vt:lpstr>Настраиваем named.conf.default-zones</vt:lpstr>
      <vt:lpstr>В нашем случае это выглядит так:</vt:lpstr>
      <vt:lpstr>Отключаем systemd-resolved</vt:lpstr>
      <vt:lpstr>Смотрим /etc/resolv.conf</vt:lpstr>
      <vt:lpstr>Удаляем симлинк /etc/resolv.conf</vt:lpstr>
      <vt:lpstr>Редактируем файл /etc/hosts</vt:lpstr>
      <vt:lpstr>Проверяем что у нас нет никаких «хвостов» от Samba</vt:lpstr>
      <vt:lpstr>И пробуем установить</vt:lpstr>
      <vt:lpstr>ТТДЦ!</vt:lpstr>
      <vt:lpstr>Настраиваем аутентификацию kerberos</vt:lpstr>
      <vt:lpstr>Сервер Kerberos для вашей области</vt:lpstr>
      <vt:lpstr>Управляющий сервер вашей области Kerberos</vt:lpstr>
      <vt:lpstr>Обязательно удаляем smb.conf если его оставить, и пробовать править то наши настройки не применятся</vt:lpstr>
      <vt:lpstr>Запускаем настройку samba-ad-dc</vt:lpstr>
      <vt:lpstr>Настраиваем сервер</vt:lpstr>
      <vt:lpstr>Если мы сделали все правильно у нас получилось следующее:</vt:lpstr>
      <vt:lpstr>Активируем интеграцию DLZ</vt:lpstr>
      <vt:lpstr>Этот же файл надо заинклудить в основную конфигурацию named</vt:lpstr>
      <vt:lpstr>Проверяем права на dns.keytab</vt:lpstr>
      <vt:lpstr>Проверяем права на папку  /bind-dns/</vt:lpstr>
      <vt:lpstr>Смотрим права на /etc/krb5.conf</vt:lpstr>
      <vt:lpstr>Проверяем наличие утилиты nsupdate</vt:lpstr>
      <vt:lpstr>Загружаем список корневых DNS серверов</vt:lpstr>
      <vt:lpstr>Проверяем конфиг</vt:lpstr>
      <vt:lpstr>Стартуем и проверяем наш сервер</vt:lpstr>
      <vt:lpstr>Настройка зон</vt:lpstr>
      <vt:lpstr>Зона прямого доступа должны выглядеть примерно так</vt:lpstr>
      <vt:lpstr>Зона обратного тогда так</vt:lpstr>
      <vt:lpstr>Проверяем правильность работы сервера</vt:lpstr>
      <vt:lpstr>Для корректной работы, все процессы самбы должна запускать сама самба</vt:lpstr>
      <vt:lpstr>Результат будет следующим</vt:lpstr>
      <vt:lpstr>И вот так</vt:lpstr>
      <vt:lpstr>Настройка DNS адреса</vt:lpstr>
      <vt:lpstr>Настраиваем адрес сервера имён, так же указывая там ip AD DC, приведя его к виду:</vt:lpstr>
      <vt:lpstr>Копируем krb5.conf и проверяем </vt:lpstr>
      <vt:lpstr>Проверяем возможность подключения к netlogon</vt:lpstr>
      <vt:lpstr>Теперь самый трепетный момент</vt:lpstr>
      <vt:lpstr>Проверяем работоспособность Kerberos</vt:lpstr>
      <vt:lpstr>Настройка клиента</vt:lpstr>
      <vt:lpstr>Презентация PowerPoint</vt:lpstr>
      <vt:lpstr>Примечание</vt:lpstr>
      <vt:lpstr>ТТДМ!</vt:lpstr>
      <vt:lpstr>Запуск после перезагрузки предлагает нам выбор загрузки локально или в домен</vt:lpstr>
      <vt:lpstr>Убеждаемся что компьютер в домене</vt:lpstr>
      <vt:lpstr>Заходим через домен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samba-DC</dc:title>
  <dc:creator>нет2 каби</dc:creator>
  <cp:lastModifiedBy>нет2 каби</cp:lastModifiedBy>
  <cp:revision>20</cp:revision>
  <dcterms:created xsi:type="dcterms:W3CDTF">2024-05-25T08:03:16Z</dcterms:created>
  <dcterms:modified xsi:type="dcterms:W3CDTF">2024-05-25T11:33:06Z</dcterms:modified>
</cp:coreProperties>
</file>