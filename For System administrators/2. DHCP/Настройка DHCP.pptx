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Настройка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DHCP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Для студентов ССА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1171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Для установки сервера:</a:t>
            </a:r>
            <a:br>
              <a:rPr lang="ru-RU" dirty="0" smtClean="0"/>
            </a:br>
            <a:r>
              <a:rPr lang="en-US" dirty="0" err="1" smtClean="0"/>
              <a:t>sudo</a:t>
            </a:r>
            <a:r>
              <a:rPr lang="en-US" dirty="0" smtClean="0"/>
              <a:t> apt-get install </a:t>
            </a:r>
            <a:r>
              <a:rPr lang="en-US" dirty="0" err="1" smtClean="0"/>
              <a:t>isc</a:t>
            </a:r>
            <a:r>
              <a:rPr lang="en-US" dirty="0" smtClean="0"/>
              <a:t>-</a:t>
            </a:r>
            <a:r>
              <a:rPr lang="en-US" dirty="0" err="1" smtClean="0"/>
              <a:t>dhcp</a:t>
            </a:r>
            <a:r>
              <a:rPr lang="en-US" dirty="0" smtClean="0"/>
              <a:t>-server,</a:t>
            </a:r>
            <a:br>
              <a:rPr lang="en-US" dirty="0" smtClean="0"/>
            </a:br>
            <a:r>
              <a:rPr lang="ru-RU" dirty="0" smtClean="0"/>
              <a:t>после этого мы получаем следующие сообщения: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060848"/>
            <a:ext cx="6336705" cy="4675396"/>
          </a:xfrm>
        </p:spPr>
      </p:pic>
    </p:spTree>
    <p:extLst>
      <p:ext uri="{BB962C8B-B14F-4D97-AF65-F5344CB8AC3E}">
        <p14:creationId xmlns:p14="http://schemas.microsoft.com/office/powerpoint/2010/main" val="3120151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После установки сервер может выдать следующие ошибки: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204864"/>
            <a:ext cx="8192381" cy="4224037"/>
          </a:xfrm>
        </p:spPr>
      </p:pic>
    </p:spTree>
    <p:extLst>
      <p:ext uri="{BB962C8B-B14F-4D97-AF65-F5344CB8AC3E}">
        <p14:creationId xmlns:p14="http://schemas.microsoft.com/office/powerpoint/2010/main" val="2302761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Для настройки </a:t>
            </a:r>
            <a:r>
              <a:rPr lang="en-US" dirty="0" smtClean="0"/>
              <a:t>DHCP-server </a:t>
            </a:r>
            <a:r>
              <a:rPr lang="ru-RU" dirty="0" smtClean="0"/>
              <a:t>понадобится настроить несколько файлов:</a:t>
            </a:r>
          </a:p>
          <a:p>
            <a:r>
              <a:rPr lang="en-US" dirty="0" smtClean="0"/>
              <a:t>/</a:t>
            </a:r>
            <a:r>
              <a:rPr lang="en-US" dirty="0" err="1" smtClean="0"/>
              <a:t>etc</a:t>
            </a:r>
            <a:r>
              <a:rPr lang="en-US" dirty="0" smtClean="0"/>
              <a:t>/</a:t>
            </a:r>
            <a:r>
              <a:rPr lang="en-US" dirty="0" err="1" smtClean="0"/>
              <a:t>dhcp</a:t>
            </a:r>
            <a:r>
              <a:rPr lang="en-US" dirty="0" smtClean="0"/>
              <a:t>/</a:t>
            </a:r>
            <a:r>
              <a:rPr lang="en-US" dirty="0" err="1" smtClean="0"/>
              <a:t>dhcpd.conf</a:t>
            </a:r>
            <a:endParaRPr lang="en-US" dirty="0" smtClean="0"/>
          </a:p>
          <a:p>
            <a:r>
              <a:rPr lang="en-US" dirty="0" smtClean="0"/>
              <a:t>/</a:t>
            </a:r>
            <a:r>
              <a:rPr lang="en-US" dirty="0" err="1" smtClean="0"/>
              <a:t>etc</a:t>
            </a:r>
            <a:r>
              <a:rPr lang="en-US" dirty="0" smtClean="0"/>
              <a:t>/default/</a:t>
            </a:r>
            <a:r>
              <a:rPr lang="en-US" dirty="0" err="1" smtClean="0"/>
              <a:t>isc</a:t>
            </a:r>
            <a:r>
              <a:rPr lang="en-US" dirty="0" smtClean="0"/>
              <a:t>-</a:t>
            </a:r>
            <a:r>
              <a:rPr lang="en-US" dirty="0" err="1" smtClean="0"/>
              <a:t>dhcp</a:t>
            </a:r>
            <a:r>
              <a:rPr lang="en-US" dirty="0" smtClean="0"/>
              <a:t>-server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988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/</a:t>
            </a:r>
            <a:r>
              <a:rPr lang="en-US" dirty="0" err="1" smtClean="0"/>
              <a:t>etc</a:t>
            </a:r>
            <a:r>
              <a:rPr lang="en-US" dirty="0" smtClean="0"/>
              <a:t>/</a:t>
            </a:r>
            <a:r>
              <a:rPr lang="en-US" dirty="0" err="1" smtClean="0"/>
              <a:t>dhcp</a:t>
            </a:r>
            <a:r>
              <a:rPr lang="en-US" dirty="0" smtClean="0"/>
              <a:t>/</a:t>
            </a:r>
            <a:r>
              <a:rPr lang="en-US" dirty="0" err="1" smtClean="0"/>
              <a:t>dhcpd.conf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56792"/>
            <a:ext cx="8241762" cy="6207143"/>
          </a:xfrm>
        </p:spPr>
      </p:pic>
    </p:spTree>
    <p:extLst>
      <p:ext uri="{BB962C8B-B14F-4D97-AF65-F5344CB8AC3E}">
        <p14:creationId xmlns:p14="http://schemas.microsoft.com/office/powerpoint/2010/main" val="619942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/</a:t>
            </a:r>
            <a:r>
              <a:rPr lang="en-US" dirty="0" err="1" smtClean="0"/>
              <a:t>etc</a:t>
            </a:r>
            <a:r>
              <a:rPr lang="en-US" dirty="0" smtClean="0"/>
              <a:t>/default/</a:t>
            </a:r>
            <a:r>
              <a:rPr lang="en-US" dirty="0" err="1" smtClean="0"/>
              <a:t>isc</a:t>
            </a:r>
            <a:r>
              <a:rPr lang="en-US" dirty="0" smtClean="0"/>
              <a:t>-</a:t>
            </a:r>
            <a:r>
              <a:rPr lang="en-US" dirty="0" err="1" smtClean="0"/>
              <a:t>dhcp</a:t>
            </a:r>
            <a:r>
              <a:rPr lang="en-US" dirty="0" smtClean="0"/>
              <a:t>-server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556792"/>
            <a:ext cx="8274038" cy="6272924"/>
          </a:xfrm>
        </p:spPr>
      </p:pic>
    </p:spTree>
    <p:extLst>
      <p:ext uri="{BB962C8B-B14F-4D97-AF65-F5344CB8AC3E}">
        <p14:creationId xmlns:p14="http://schemas.microsoft.com/office/powerpoint/2010/main" val="466154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476672"/>
            <a:ext cx="8229600" cy="1143000"/>
          </a:xfrm>
        </p:spPr>
        <p:txBody>
          <a:bodyPr>
            <a:noAutofit/>
          </a:bodyPr>
          <a:lstStyle/>
          <a:p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перезапуска сервера нам нужна команда:</a:t>
            </a:r>
            <a:b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sudo</a:t>
            </a:r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servise</a:t>
            </a:r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isc</a:t>
            </a:r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dhcp</a:t>
            </a:r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-server restart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b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 для того что бы убедиться, что у нас получилось:</a:t>
            </a:r>
            <a:b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sudo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servise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isc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dhcp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-server </a:t>
            </a:r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status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988840"/>
            <a:ext cx="7349744" cy="3641333"/>
          </a:xfrm>
        </p:spPr>
      </p:pic>
      <p:sp>
        <p:nvSpPr>
          <p:cNvPr id="5" name="TextBox 4"/>
          <p:cNvSpPr txBox="1"/>
          <p:nvPr/>
        </p:nvSpPr>
        <p:spPr>
          <a:xfrm>
            <a:off x="539552" y="5949280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  <a:r>
              <a:rPr lang="en-US" dirty="0" smtClean="0"/>
              <a:t>np0s3 </a:t>
            </a:r>
            <a:r>
              <a:rPr lang="ru-RU" dirty="0" smtClean="0"/>
              <a:t>показывает что именно по этому интерфейсу будет раздаваться </a:t>
            </a:r>
            <a:r>
              <a:rPr lang="en-US" dirty="0" smtClean="0"/>
              <a:t>DHCP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260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Подключаем к серверу </a:t>
            </a:r>
            <a:r>
              <a:rPr lang="en-US" dirty="0" smtClean="0"/>
              <a:t>Windows</a:t>
            </a:r>
            <a:r>
              <a:rPr lang="ru-RU" dirty="0"/>
              <a:t> </a:t>
            </a:r>
            <a:r>
              <a:rPr lang="ru-RU" dirty="0" smtClean="0"/>
              <a:t>станцию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210" y="1600200"/>
            <a:ext cx="6029579" cy="4525963"/>
          </a:xfrm>
        </p:spPr>
      </p:pic>
      <p:sp>
        <p:nvSpPr>
          <p:cNvPr id="5" name="TextBox 4"/>
          <p:cNvSpPr txBox="1"/>
          <p:nvPr/>
        </p:nvSpPr>
        <p:spPr>
          <a:xfrm>
            <a:off x="5868144" y="2924944"/>
            <a:ext cx="327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Обозначает по какому серверу идет подключение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6029908" y="3532366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IP</a:t>
            </a:r>
            <a:r>
              <a:rPr lang="ru-RU" dirty="0" smtClean="0"/>
              <a:t> адрес этой станции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6029908" y="4077072"/>
            <a:ext cx="2952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IP </a:t>
            </a:r>
            <a:r>
              <a:rPr lang="ru-RU" dirty="0" smtClean="0"/>
              <a:t>адрес </a:t>
            </a:r>
            <a:r>
              <a:rPr lang="en-US" dirty="0" smtClean="0"/>
              <a:t>DHCP</a:t>
            </a:r>
            <a:r>
              <a:rPr lang="ru-RU" dirty="0" smtClean="0"/>
              <a:t> и </a:t>
            </a:r>
            <a:r>
              <a:rPr lang="en-US" dirty="0" smtClean="0"/>
              <a:t>DNS</a:t>
            </a:r>
            <a:r>
              <a:rPr lang="ru-RU" dirty="0" smtClean="0"/>
              <a:t> серверов (кстати это могут быть разные машины)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251520" y="5965874"/>
            <a:ext cx="8730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Напоминаю, что что бы в </a:t>
            </a:r>
            <a:r>
              <a:rPr lang="en-US" dirty="0" smtClean="0"/>
              <a:t>Windows </a:t>
            </a:r>
            <a:r>
              <a:rPr lang="ru-RU" dirty="0" smtClean="0"/>
              <a:t>машину наши настройки пришли автоматически, наша станция должна быть настроена на Внутреннюю сеть и адаптер принимает адресацию </a:t>
            </a:r>
            <a:r>
              <a:rPr lang="en-US" dirty="0" smtClean="0"/>
              <a:t>DHCP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43498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105</Words>
  <Application>Microsoft Office PowerPoint</Application>
  <PresentationFormat>Экран (4:3)</PresentationFormat>
  <Paragraphs>16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Настройка DHCP</vt:lpstr>
      <vt:lpstr>Для установки сервера: sudo apt-get install isc-dhcp-server, после этого мы получаем следующие сообщения:</vt:lpstr>
      <vt:lpstr>После установки сервер может выдать следующие ошибки:</vt:lpstr>
      <vt:lpstr>Презентация PowerPoint</vt:lpstr>
      <vt:lpstr>/etc/dhcp/dhcpd.conf</vt:lpstr>
      <vt:lpstr>/etc/default/isc-dhcp-server</vt:lpstr>
      <vt:lpstr>Для перезапуска сервера нам нужна команда: sudo  servise isc-dhcp-server restart, а для того что бы убедиться, что у нас получилось: sudo  servise isc-dhcp-server status</vt:lpstr>
      <vt:lpstr>Подключаем к серверу Windows станцию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DHCP</dc:title>
  <dc:creator>нет2 каби</dc:creator>
  <cp:lastModifiedBy>нет2 каби</cp:lastModifiedBy>
  <cp:revision>5</cp:revision>
  <dcterms:created xsi:type="dcterms:W3CDTF">2024-03-09T13:00:19Z</dcterms:created>
  <dcterms:modified xsi:type="dcterms:W3CDTF">2026-10-17T17:57:42Z</dcterms:modified>
</cp:coreProperties>
</file>