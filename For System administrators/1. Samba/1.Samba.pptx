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45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18.02.2024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18.02.2024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18.02.2024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18.02.2024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18.02.2024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Настройка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Samba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Для студентов ССА 3 курса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0724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29600" cy="1143000"/>
          </a:xfrm>
        </p:spPr>
        <p:txBody>
          <a:bodyPr>
            <a:normAutofit fontScale="90000"/>
          </a:bodyPr>
          <a:lstStyle/>
          <a:p>
            <a:pPr algn="just"/>
            <a:r>
              <a:rPr lang="ru-RU" dirty="0" smtClean="0"/>
              <a:t>Если Вы работаете с виртуальными машинами. Настраиваем сетевое соединение. Один адаптер – сетевой мост. Второй как внутренняя сеть.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7664" y="2195612"/>
            <a:ext cx="7150517" cy="4411652"/>
          </a:xfrm>
        </p:spPr>
      </p:pic>
    </p:spTree>
    <p:extLst>
      <p:ext uri="{BB962C8B-B14F-4D97-AF65-F5344CB8AC3E}">
        <p14:creationId xmlns:p14="http://schemas.microsoft.com/office/powerpoint/2010/main" val="3694198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Проследите, что бы адаптер – сетевой мост подцепил драйвера сетевого адаптера базовой машины 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700808"/>
            <a:ext cx="8166873" cy="5012839"/>
          </a:xfrm>
        </p:spPr>
      </p:pic>
    </p:spTree>
    <p:extLst>
      <p:ext uri="{BB962C8B-B14F-4D97-AF65-F5344CB8AC3E}">
        <p14:creationId xmlns:p14="http://schemas.microsoft.com/office/powerpoint/2010/main" val="405276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Отображение сетевых настроек в </a:t>
            </a:r>
            <a:r>
              <a:rPr lang="en-US" dirty="0" err="1" smtClean="0"/>
              <a:t>linux</a:t>
            </a:r>
            <a:r>
              <a:rPr lang="en-US" dirty="0" smtClean="0"/>
              <a:t> </a:t>
            </a:r>
            <a:r>
              <a:rPr lang="ru-RU" dirty="0" smtClean="0"/>
              <a:t>по команде</a:t>
            </a:r>
            <a:r>
              <a:rPr lang="en-US" dirty="0" smtClean="0"/>
              <a:t> </a:t>
            </a:r>
            <a:r>
              <a:rPr lang="en-US" dirty="0" err="1" smtClean="0"/>
              <a:t>ip</a:t>
            </a:r>
            <a:r>
              <a:rPr lang="en-US" dirty="0" smtClean="0"/>
              <a:t> a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479911"/>
            <a:ext cx="7149588" cy="5378089"/>
          </a:xfrm>
        </p:spPr>
      </p:pic>
    </p:spTree>
    <p:extLst>
      <p:ext uri="{BB962C8B-B14F-4D97-AF65-F5344CB8AC3E}">
        <p14:creationId xmlns:p14="http://schemas.microsoft.com/office/powerpoint/2010/main" val="2962006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После проверки сетевых соединений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Создаем папку которая будет сетевой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-</a:t>
            </a:r>
            <a:r>
              <a:rPr lang="en-US" dirty="0" smtClean="0"/>
              <a:t> </a:t>
            </a:r>
            <a:r>
              <a:rPr lang="en-US" dirty="0" err="1"/>
              <a:t>m</a:t>
            </a:r>
            <a:r>
              <a:rPr lang="en-US" dirty="0" err="1" smtClean="0"/>
              <a:t>kdir</a:t>
            </a:r>
            <a:r>
              <a:rPr lang="en-US" dirty="0" smtClean="0"/>
              <a:t> Data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5558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Если Вы создавали папку от имени пользователя </a:t>
            </a:r>
            <a:r>
              <a:rPr lang="en-US" dirty="0" smtClean="0"/>
              <a:t>root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Должно было выглядеть так</a:t>
            </a:r>
            <a:endParaRPr lang="ru-RU" dirty="0"/>
          </a:p>
        </p:txBody>
      </p:sp>
      <p:pic>
        <p:nvPicPr>
          <p:cNvPr id="9" name="Объект 8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01" y="2492896"/>
            <a:ext cx="4342357" cy="864096"/>
          </a:xfrm>
        </p:spPr>
      </p:pic>
      <p:sp>
        <p:nvSpPr>
          <p:cNvPr id="7" name="Текст 6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После команды</a:t>
            </a:r>
            <a:endParaRPr lang="ru-RU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683496"/>
            <a:ext cx="4534293" cy="1150720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2973775"/>
            <a:ext cx="3931800" cy="229037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0605" y="3409947"/>
            <a:ext cx="4366638" cy="1425063"/>
          </a:xfrm>
          <a:prstGeom prst="rect">
            <a:avLst/>
          </a:prstGeom>
        </p:spPr>
      </p:pic>
      <p:sp>
        <p:nvSpPr>
          <p:cNvPr id="17" name="Объект 1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s</a:t>
            </a:r>
            <a:r>
              <a:rPr lang="en-US" dirty="0" err="1" smtClean="0"/>
              <a:t>udo</a:t>
            </a:r>
            <a:r>
              <a:rPr lang="en-US" dirty="0" smtClean="0"/>
              <a:t> </a:t>
            </a:r>
            <a:r>
              <a:rPr lang="en-US" dirty="0" err="1" smtClean="0"/>
              <a:t>chown</a:t>
            </a:r>
            <a:r>
              <a:rPr lang="en-US" dirty="0" smtClean="0"/>
              <a:t> </a:t>
            </a:r>
            <a:r>
              <a:rPr lang="en-US" dirty="0" err="1" smtClean="0"/>
              <a:t>root:alex</a:t>
            </a:r>
            <a:r>
              <a:rPr lang="en-US" dirty="0" smtClean="0"/>
              <a:t> Data</a:t>
            </a:r>
          </a:p>
          <a:p>
            <a:pPr marL="0" indent="0">
              <a:buNone/>
            </a:pPr>
            <a:r>
              <a:rPr lang="en-US" dirty="0" err="1" smtClean="0"/>
              <a:t>sudo</a:t>
            </a:r>
            <a:r>
              <a:rPr lang="en-US" dirty="0" smtClean="0"/>
              <a:t> </a:t>
            </a:r>
            <a:r>
              <a:rPr lang="en-US" dirty="0" err="1" smtClean="0"/>
              <a:t>chmod</a:t>
            </a:r>
            <a:r>
              <a:rPr lang="en-US" dirty="0" smtClean="0"/>
              <a:t> 775 Data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 smtClean="0"/>
              <a:t>Должно получиться так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107504" y="5949280"/>
            <a:ext cx="91450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Обратите внимание, что пользователь </a:t>
            </a:r>
            <a:r>
              <a:rPr lang="en-US" b="1" dirty="0" err="1" smtClean="0"/>
              <a:t>alex</a:t>
            </a:r>
            <a:r>
              <a:rPr lang="ru-RU" b="1" dirty="0" smtClean="0"/>
              <a:t> это мой пользователь. Вам необходимо использовать имя своего пользователя.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583592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Создаем в </a:t>
            </a:r>
            <a:r>
              <a:rPr lang="en-US" dirty="0" smtClean="0"/>
              <a:t>Data</a:t>
            </a:r>
            <a:r>
              <a:rPr lang="ru-RU" dirty="0" smtClean="0"/>
              <a:t> папки и файл для дальнейшего контроля</a:t>
            </a:r>
            <a:endParaRPr lang="ru-RU" dirty="0"/>
          </a:p>
        </p:txBody>
      </p:sp>
      <p:pic>
        <p:nvPicPr>
          <p:cNvPr id="9" name="Объект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55" y="2420888"/>
            <a:ext cx="8100894" cy="2880319"/>
          </a:xfrm>
        </p:spPr>
      </p:pic>
    </p:spTree>
    <p:extLst>
      <p:ext uri="{BB962C8B-B14F-4D97-AF65-F5344CB8AC3E}">
        <p14:creationId xmlns:p14="http://schemas.microsoft.com/office/powerpoint/2010/main" val="221356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Настройка </a:t>
            </a:r>
            <a:r>
              <a:rPr lang="en-US" dirty="0"/>
              <a:t>samba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 smtClean="0"/>
              <a:t>Дальше для взаимодействия с </a:t>
            </a:r>
            <a:r>
              <a:rPr lang="en-US" dirty="0" smtClean="0"/>
              <a:t>Windows </a:t>
            </a:r>
            <a:r>
              <a:rPr lang="ru-RU" dirty="0" smtClean="0"/>
              <a:t>нам необходимо установить и настроить собственно </a:t>
            </a:r>
            <a:r>
              <a:rPr lang="en-US" dirty="0" smtClean="0"/>
              <a:t>samba. </a:t>
            </a:r>
            <a:r>
              <a:rPr lang="ru-RU" dirty="0" smtClean="0"/>
              <a:t>Для этого в первую очередь нужна команда:</a:t>
            </a:r>
            <a:br>
              <a:rPr lang="ru-RU" dirty="0" smtClean="0"/>
            </a:br>
            <a:r>
              <a:rPr lang="en-US" dirty="0" err="1"/>
              <a:t>sudo</a:t>
            </a:r>
            <a:r>
              <a:rPr lang="en-US" dirty="0"/>
              <a:t> apt-get install samba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4221086"/>
            <a:ext cx="7968180" cy="15841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5536" y="6093296"/>
            <a:ext cx="8256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 адресу </a:t>
            </a:r>
            <a:r>
              <a:rPr lang="en-US" dirty="0" smtClean="0"/>
              <a:t>/</a:t>
            </a:r>
            <a:r>
              <a:rPr lang="en-US" dirty="0" err="1" smtClean="0"/>
              <a:t>etc</a:t>
            </a:r>
            <a:r>
              <a:rPr lang="en-US" dirty="0" smtClean="0"/>
              <a:t>/samba</a:t>
            </a:r>
            <a:br>
              <a:rPr lang="en-US" dirty="0" smtClean="0"/>
            </a:br>
            <a:r>
              <a:rPr lang="ru-RU" dirty="0" smtClean="0"/>
              <a:t>появится файл </a:t>
            </a:r>
            <a:r>
              <a:rPr lang="en-US" dirty="0" err="1" smtClean="0"/>
              <a:t>smb.conf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5827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Настройка </a:t>
            </a:r>
            <a:r>
              <a:rPr lang="en-US" dirty="0" err="1" smtClean="0"/>
              <a:t>smb.conf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2200" dirty="0" smtClean="0"/>
              <a:t>Вся настройка сервера идет собственно в файле </a:t>
            </a:r>
            <a:r>
              <a:rPr lang="en-US" sz="2200" dirty="0" err="1" smtClean="0"/>
              <a:t>smb.conf</a:t>
            </a:r>
            <a:r>
              <a:rPr lang="ru-RU" sz="2200" dirty="0" smtClean="0"/>
              <a:t>. Выглядеть он должен (точнее наши вкрапления) следующим образом:</a:t>
            </a:r>
          </a:p>
          <a:p>
            <a:pPr marL="0" indent="0">
              <a:buNone/>
            </a:pPr>
            <a:r>
              <a:rPr lang="en-US" sz="2200" dirty="0"/>
              <a:t>....</a:t>
            </a:r>
          </a:p>
          <a:p>
            <a:pPr marL="0" indent="0">
              <a:buNone/>
            </a:pPr>
            <a:r>
              <a:rPr lang="en-US" sz="2200" dirty="0" smtClean="0"/>
              <a:t>[</a:t>
            </a:r>
            <a:r>
              <a:rPr lang="en-US" sz="2200" dirty="0"/>
              <a:t>Shared Folders]</a:t>
            </a:r>
          </a:p>
          <a:p>
            <a:pPr marL="0" indent="0">
              <a:buNone/>
            </a:pPr>
            <a:r>
              <a:rPr lang="en-US" sz="2200" dirty="0"/>
              <a:t>	comment = Shared folder</a:t>
            </a:r>
          </a:p>
          <a:p>
            <a:pPr marL="0" indent="0">
              <a:buNone/>
            </a:pPr>
            <a:r>
              <a:rPr lang="en-US" sz="2200" dirty="0"/>
              <a:t>	inherit </a:t>
            </a:r>
            <a:r>
              <a:rPr lang="en-US" sz="2200" dirty="0" err="1"/>
              <a:t>acls</a:t>
            </a:r>
            <a:r>
              <a:rPr lang="en-US" sz="2200" dirty="0"/>
              <a:t> = yes</a:t>
            </a:r>
          </a:p>
          <a:p>
            <a:pPr marL="0" indent="0">
              <a:buNone/>
            </a:pPr>
            <a:r>
              <a:rPr lang="en-US" sz="2200" dirty="0"/>
              <a:t>	path = /home/</a:t>
            </a:r>
            <a:r>
              <a:rPr lang="en-US" sz="2200" dirty="0" err="1"/>
              <a:t>alex</a:t>
            </a:r>
            <a:r>
              <a:rPr lang="en-US" sz="2200" dirty="0"/>
              <a:t>/Data</a:t>
            </a:r>
          </a:p>
          <a:p>
            <a:pPr marL="0" indent="0">
              <a:buNone/>
            </a:pPr>
            <a:r>
              <a:rPr lang="en-US" sz="2200" dirty="0"/>
              <a:t>	read list = </a:t>
            </a:r>
            <a:r>
              <a:rPr lang="en-US" sz="2200" dirty="0" err="1"/>
              <a:t>alex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	write list = </a:t>
            </a:r>
            <a:r>
              <a:rPr lang="en-US" sz="2200" dirty="0" err="1"/>
              <a:t>alex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	valid users = </a:t>
            </a:r>
            <a:r>
              <a:rPr lang="en-US" sz="2200" dirty="0" err="1"/>
              <a:t>alex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	write list = </a:t>
            </a:r>
            <a:r>
              <a:rPr lang="en-US" sz="2200" dirty="0" err="1"/>
              <a:t>alex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....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1771491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Затем необходимо зарегистрировать нашего пользователя на сервере </a:t>
            </a:r>
            <a:r>
              <a:rPr lang="en-US" dirty="0" smtClean="0"/>
              <a:t>samba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99592" y="2060848"/>
            <a:ext cx="7128792" cy="424847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400" dirty="0" err="1"/>
              <a:t>sudo</a:t>
            </a:r>
            <a:r>
              <a:rPr lang="en-US" sz="4400" dirty="0"/>
              <a:t> </a:t>
            </a:r>
            <a:r>
              <a:rPr lang="en-US" sz="4400" dirty="0" err="1"/>
              <a:t>smbpasswd</a:t>
            </a:r>
            <a:r>
              <a:rPr lang="en-US" sz="4400" dirty="0"/>
              <a:t> - </a:t>
            </a:r>
            <a:r>
              <a:rPr lang="en-US" sz="4400" dirty="0" err="1"/>
              <a:t>alex</a:t>
            </a:r>
            <a:endParaRPr lang="en-US" sz="4400" dirty="0"/>
          </a:p>
          <a:p>
            <a:pPr marL="0" indent="0">
              <a:buNone/>
            </a:pPr>
            <a:r>
              <a:rPr lang="en-US" sz="4400" dirty="0"/>
              <a:t>New SMB password:</a:t>
            </a:r>
          </a:p>
          <a:p>
            <a:pPr marL="0" indent="0">
              <a:buNone/>
            </a:pPr>
            <a:r>
              <a:rPr lang="en-US" sz="4400" dirty="0"/>
              <a:t>Retype new SMB password:</a:t>
            </a:r>
          </a:p>
          <a:p>
            <a:pPr marL="0" indent="0">
              <a:buNone/>
            </a:pPr>
            <a:r>
              <a:rPr lang="en-US" sz="4400" dirty="0"/>
              <a:t>Added user </a:t>
            </a:r>
            <a:r>
              <a:rPr lang="en-US" sz="4400" dirty="0" err="1"/>
              <a:t>alex</a:t>
            </a: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3440579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И перезапустить службу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79512" y="2564904"/>
            <a:ext cx="8795320" cy="1180728"/>
          </a:xfrm>
        </p:spPr>
        <p:txBody>
          <a:bodyPr/>
          <a:lstStyle/>
          <a:p>
            <a:pPr marL="0" indent="0">
              <a:buNone/>
            </a:pPr>
            <a:r>
              <a:rPr lang="en-US" sz="6600" dirty="0" err="1"/>
              <a:t>sudo</a:t>
            </a:r>
            <a:r>
              <a:rPr lang="en-US" sz="6600" dirty="0"/>
              <a:t> service </a:t>
            </a:r>
            <a:r>
              <a:rPr lang="en-US" sz="6600" dirty="0" err="1"/>
              <a:t>smbd</a:t>
            </a:r>
            <a:r>
              <a:rPr lang="en-US" sz="6600" dirty="0"/>
              <a:t> start</a:t>
            </a:r>
            <a:endParaRPr lang="ru-RU" sz="6600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3123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На стороне </a:t>
            </a:r>
            <a:r>
              <a:rPr lang="en-US" dirty="0" smtClean="0"/>
              <a:t>Windows </a:t>
            </a:r>
            <a:r>
              <a:rPr lang="ru-RU" dirty="0" smtClean="0"/>
              <a:t>вводим </a:t>
            </a:r>
            <a:br>
              <a:rPr lang="ru-RU" dirty="0" smtClean="0"/>
            </a:br>
            <a:r>
              <a:rPr lang="ru-RU" dirty="0" smtClean="0"/>
              <a:t>адрес и папку 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520" y="2852936"/>
            <a:ext cx="9349425" cy="720080"/>
          </a:xfrm>
        </p:spPr>
      </p:pic>
    </p:spTree>
    <p:extLst>
      <p:ext uri="{BB962C8B-B14F-4D97-AF65-F5344CB8AC3E}">
        <p14:creationId xmlns:p14="http://schemas.microsoft.com/office/powerpoint/2010/main" val="1007404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 нас запрашивают пароль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1268760"/>
            <a:ext cx="4952508" cy="3764803"/>
          </a:xfrm>
        </p:spPr>
      </p:pic>
      <p:sp>
        <p:nvSpPr>
          <p:cNvPr id="5" name="TextBox 4"/>
          <p:cNvSpPr txBox="1"/>
          <p:nvPr/>
        </p:nvSpPr>
        <p:spPr>
          <a:xfrm>
            <a:off x="251520" y="5661248"/>
            <a:ext cx="8568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Не перепутайте, это не пароль </a:t>
            </a:r>
            <a:r>
              <a:rPr lang="en-US" dirty="0" smtClean="0"/>
              <a:t>Windows </a:t>
            </a:r>
            <a:r>
              <a:rPr lang="ru-RU" dirty="0" smtClean="0"/>
              <a:t>и не пароль </a:t>
            </a:r>
            <a:r>
              <a:rPr lang="en-US" dirty="0" err="1" smtClean="0"/>
              <a:t>linux</a:t>
            </a:r>
            <a:r>
              <a:rPr lang="ru-RU" dirty="0" smtClean="0"/>
              <a:t>, это пароль именно самба он может категорически отличаться от тех паролей.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4883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Получаем результат </a:t>
            </a:r>
            <a:endParaRPr lang="ru-RU" dirty="0"/>
          </a:p>
        </p:txBody>
      </p:sp>
      <p:pic>
        <p:nvPicPr>
          <p:cNvPr id="10" name="Объект 9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340768"/>
            <a:ext cx="5744024" cy="3672408"/>
          </a:xfrm>
        </p:spPr>
      </p:pic>
      <p:sp>
        <p:nvSpPr>
          <p:cNvPr id="11" name="Стрелка вправо 10"/>
          <p:cNvSpPr/>
          <p:nvPr/>
        </p:nvSpPr>
        <p:spPr>
          <a:xfrm rot="10800000">
            <a:off x="6300192" y="2060848"/>
            <a:ext cx="2088232" cy="136815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4391472" y="3397647"/>
            <a:ext cx="47525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Это созданные здесь папка и файл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11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Проверяем на стороне </a:t>
            </a:r>
            <a:r>
              <a:rPr lang="en-US" dirty="0" smtClean="0"/>
              <a:t>Linux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1" y="1916832"/>
            <a:ext cx="8539099" cy="936104"/>
          </a:xfrm>
        </p:spPr>
      </p:pic>
      <p:sp>
        <p:nvSpPr>
          <p:cNvPr id="6" name="Стрелка вниз 5"/>
          <p:cNvSpPr/>
          <p:nvPr/>
        </p:nvSpPr>
        <p:spPr>
          <a:xfrm rot="10800000">
            <a:off x="7384454" y="2708920"/>
            <a:ext cx="1224136" cy="151216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трелка вниз 6"/>
          <p:cNvSpPr/>
          <p:nvPr/>
        </p:nvSpPr>
        <p:spPr>
          <a:xfrm rot="10800000">
            <a:off x="3851920" y="2708920"/>
            <a:ext cx="1224136" cy="1512168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5496" y="4365104"/>
            <a:ext cx="9001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600" dirty="0" smtClean="0"/>
              <a:t>Проверяем. Это созданные на стороне </a:t>
            </a:r>
            <a:r>
              <a:rPr lang="en-US" sz="2600" dirty="0" smtClean="0"/>
              <a:t>Windows </a:t>
            </a:r>
            <a:r>
              <a:rPr lang="ru-RU" sz="2600" dirty="0" smtClean="0"/>
              <a:t>файл и папка</a:t>
            </a:r>
            <a:endParaRPr lang="ru-RU" sz="2600" dirty="0"/>
          </a:p>
        </p:txBody>
      </p:sp>
    </p:spTree>
    <p:extLst>
      <p:ext uri="{BB962C8B-B14F-4D97-AF65-F5344CB8AC3E}">
        <p14:creationId xmlns:p14="http://schemas.microsoft.com/office/powerpoint/2010/main" val="11338667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254</Words>
  <Application>Microsoft Office PowerPoint</Application>
  <PresentationFormat>Экран (4:3)</PresentationFormat>
  <Paragraphs>51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Тема Office</vt:lpstr>
      <vt:lpstr>Настройка Samba</vt:lpstr>
      <vt:lpstr>Если Вы работаете с виртуальными машинами. Настраиваем сетевое соединение. Один адаптер – сетевой мост. Второй как внутренняя сеть.</vt:lpstr>
      <vt:lpstr>Проследите, что бы адаптер – сетевой мост подцепил драйвера сетевого адаптера базовой машины </vt:lpstr>
      <vt:lpstr>Отображение сетевых настроек в linux по команде ip a</vt:lpstr>
      <vt:lpstr>После проверки сетевых соединений</vt:lpstr>
      <vt:lpstr>Если Вы создавали папку от имени пользователя root</vt:lpstr>
      <vt:lpstr>Создаем в Data папки и файл для дальнейшего контроля</vt:lpstr>
      <vt:lpstr>Настройка samba</vt:lpstr>
      <vt:lpstr>Настройка smb.conf</vt:lpstr>
      <vt:lpstr>Затем необходимо зарегистрировать нашего пользователя на сервере samba</vt:lpstr>
      <vt:lpstr>И перезапустить службу</vt:lpstr>
      <vt:lpstr>На стороне Windows вводим  адрес и папку </vt:lpstr>
      <vt:lpstr>У нас запрашивают пароль</vt:lpstr>
      <vt:lpstr>Получаем результат </vt:lpstr>
      <vt:lpstr>Проверяем на стороне Linux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Настройка Samba</dc:title>
  <dc:creator>нет2 каби</dc:creator>
  <cp:lastModifiedBy>нет2 каби</cp:lastModifiedBy>
  <cp:revision>5</cp:revision>
  <dcterms:created xsi:type="dcterms:W3CDTF">2024-02-18T05:34:52Z</dcterms:created>
  <dcterms:modified xsi:type="dcterms:W3CDTF">2024-02-18T06:18:36Z</dcterms:modified>
</cp:coreProperties>
</file>