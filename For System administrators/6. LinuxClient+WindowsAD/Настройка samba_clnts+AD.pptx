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0" d="100"/>
          <a:sy n="80" d="100"/>
        </p:scale>
        <p:origin x="-1445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C71EC6-210F-42DE-9C53-41977AD35B3D}" type="datetimeFigureOut">
              <a:rPr lang="ru-RU" smtClean="0"/>
              <a:t>17.10.2026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9B0651-EE4F-4900-A07F-96A6BFA9D0F0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mailto:Administrator@WINDOMAIN.LOC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Настройка 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samba_client</a:t>
            </a:r>
            <a:r>
              <a:rPr lang="en-US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ru-RU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 </a:t>
            </a:r>
            <a:r>
              <a:rPr lang="en-US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WindowsAD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Для студентов ССА 3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301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Подразумеваем, что </a:t>
            </a:r>
            <a:r>
              <a:rPr lang="en-US" dirty="0" smtClean="0"/>
              <a:t>Windows AD </a:t>
            </a:r>
            <a:r>
              <a:rPr lang="ru-RU" dirty="0" smtClean="0"/>
              <a:t>у нас установлен и настроен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1628800"/>
            <a:ext cx="8120840" cy="6092659"/>
          </a:xfrm>
        </p:spPr>
      </p:pic>
    </p:spTree>
    <p:extLst>
      <p:ext uri="{BB962C8B-B14F-4D97-AF65-F5344CB8AC3E}">
        <p14:creationId xmlns:p14="http://schemas.microsoft.com/office/powerpoint/2010/main" val="23048726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Настраиваем сеть так как мы уже умеем</a:t>
            </a:r>
            <a:endParaRPr lang="ru-RU" dirty="0"/>
          </a:p>
        </p:txBody>
      </p:sp>
      <p:pic>
        <p:nvPicPr>
          <p:cNvPr id="7" name="Объект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520" y="1628800"/>
            <a:ext cx="8469852" cy="3240360"/>
          </a:xfrm>
        </p:spPr>
      </p:pic>
    </p:spTree>
    <p:extLst>
      <p:ext uri="{BB962C8B-B14F-4D97-AF65-F5344CB8AC3E}">
        <p14:creationId xmlns:p14="http://schemas.microsoft.com/office/powerpoint/2010/main" val="2374677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Проверяем связь с </a:t>
            </a:r>
            <a:r>
              <a:rPr lang="en-US" dirty="0" smtClean="0"/>
              <a:t>Windows DC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885" y="1700808"/>
            <a:ext cx="7658921" cy="2232248"/>
          </a:xfrm>
        </p:spPr>
      </p:pic>
    </p:spTree>
    <p:extLst>
      <p:ext uri="{BB962C8B-B14F-4D97-AF65-F5344CB8AC3E}">
        <p14:creationId xmlns:p14="http://schemas.microsoft.com/office/powerpoint/2010/main" val="91750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274638"/>
            <a:ext cx="9036496" cy="1143000"/>
          </a:xfrm>
        </p:spPr>
        <p:txBody>
          <a:bodyPr>
            <a:noAutofit/>
          </a:bodyPr>
          <a:lstStyle/>
          <a:p>
            <a:r>
              <a:rPr lang="ru-RU" sz="3600" dirty="0" smtClean="0"/>
              <a:t>На </a:t>
            </a:r>
            <a:r>
              <a:rPr lang="en-US" sz="3600" dirty="0" smtClean="0"/>
              <a:t>Linux-Client</a:t>
            </a:r>
            <a:r>
              <a:rPr lang="ru-RU" sz="3600" dirty="0" smtClean="0"/>
              <a:t> настраиваем </a:t>
            </a:r>
            <a:r>
              <a:rPr lang="en-US" sz="3600" dirty="0" err="1" smtClean="0"/>
              <a:t>ntp</a:t>
            </a:r>
            <a:r>
              <a:rPr lang="en-US" sz="3600" dirty="0" smtClean="0"/>
              <a:t/>
            </a:r>
            <a:br>
              <a:rPr lang="en-US" sz="3600" dirty="0" smtClean="0"/>
            </a:br>
            <a:r>
              <a:rPr lang="en-US" sz="3600" dirty="0" smtClean="0"/>
              <a:t>(</a:t>
            </a:r>
            <a:r>
              <a:rPr lang="ru-RU" sz="3600" dirty="0" smtClean="0"/>
              <a:t>совпадение времени на сервере и клиенте</a:t>
            </a:r>
            <a:r>
              <a:rPr lang="en-US" sz="3600" dirty="0" smtClean="0"/>
              <a:t>)</a:t>
            </a:r>
            <a:endParaRPr lang="ru-RU" sz="3600" dirty="0"/>
          </a:p>
        </p:txBody>
      </p:sp>
      <p:pic>
        <p:nvPicPr>
          <p:cNvPr id="11" name="Объект 10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2060848"/>
            <a:ext cx="8333778" cy="4462896"/>
          </a:xfrm>
        </p:spPr>
      </p:pic>
    </p:spTree>
    <p:extLst>
      <p:ext uri="{BB962C8B-B14F-4D97-AF65-F5344CB8AC3E}">
        <p14:creationId xmlns:p14="http://schemas.microsoft.com/office/powerpoint/2010/main" val="3681257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Прописываем сервер времени в </a:t>
            </a:r>
            <a:r>
              <a:rPr lang="en-US" dirty="0" smtClean="0"/>
              <a:t>/</a:t>
            </a:r>
            <a:r>
              <a:rPr lang="en-US" dirty="0" err="1" smtClean="0"/>
              <a:t>etc</a:t>
            </a:r>
            <a:r>
              <a:rPr lang="en-US" dirty="0" smtClean="0"/>
              <a:t>/</a:t>
            </a:r>
            <a:r>
              <a:rPr lang="en-US" dirty="0" err="1" smtClean="0"/>
              <a:t>systemd</a:t>
            </a:r>
            <a:r>
              <a:rPr lang="en-US" dirty="0" smtClean="0"/>
              <a:t>/</a:t>
            </a:r>
            <a:r>
              <a:rPr lang="en-US" dirty="0" err="1" smtClean="0"/>
              <a:t>timesyncd.conf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410" y="2204864"/>
            <a:ext cx="7952190" cy="2880320"/>
          </a:xfrm>
        </p:spPr>
      </p:pic>
    </p:spTree>
    <p:extLst>
      <p:ext uri="{BB962C8B-B14F-4D97-AF65-F5344CB8AC3E}">
        <p14:creationId xmlns:p14="http://schemas.microsoft.com/office/powerpoint/2010/main" val="41119642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Устанавливаем все необходимые пакеты на стороне </a:t>
            </a:r>
            <a:r>
              <a:rPr lang="en-US" dirty="0" smtClean="0"/>
              <a:t>samba</a:t>
            </a:r>
            <a:r>
              <a:rPr lang="ru-RU" dirty="0" smtClean="0"/>
              <a:t>-клиента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042" y="2348880"/>
            <a:ext cx="8640967" cy="1440160"/>
          </a:xfrm>
        </p:spPr>
      </p:pic>
    </p:spTree>
    <p:extLst>
      <p:ext uri="{BB962C8B-B14F-4D97-AF65-F5344CB8AC3E}">
        <p14:creationId xmlns:p14="http://schemas.microsoft.com/office/powerpoint/2010/main" val="60354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Прописываем адрес контроллера домена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368256"/>
            <a:ext cx="8262230" cy="5502295"/>
          </a:xfrm>
        </p:spPr>
      </p:pic>
    </p:spTree>
    <p:extLst>
      <p:ext uri="{BB962C8B-B14F-4D97-AF65-F5344CB8AC3E}">
        <p14:creationId xmlns:p14="http://schemas.microsoft.com/office/powerpoint/2010/main" val="2105662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Устанавливаем </a:t>
            </a:r>
            <a:r>
              <a:rPr lang="en-US" dirty="0" err="1" smtClean="0"/>
              <a:t>kerberos</a:t>
            </a:r>
            <a:r>
              <a:rPr lang="en-US" dirty="0" smtClean="0"/>
              <a:t> </a:t>
            </a:r>
            <a:r>
              <a:rPr lang="ru-RU" dirty="0" smtClean="0"/>
              <a:t>и </a:t>
            </a:r>
            <a:r>
              <a:rPr lang="en-US" dirty="0" err="1" smtClean="0"/>
              <a:t>winbind</a:t>
            </a:r>
            <a:endParaRPr lang="ru-RU" dirty="0"/>
          </a:p>
        </p:txBody>
      </p:sp>
      <p:pic>
        <p:nvPicPr>
          <p:cNvPr id="5" name="Объект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07009"/>
            <a:ext cx="9144000" cy="283640"/>
          </a:xfrm>
        </p:spPr>
      </p:pic>
    </p:spTree>
    <p:extLst>
      <p:ext uri="{BB962C8B-B14F-4D97-AF65-F5344CB8AC3E}">
        <p14:creationId xmlns:p14="http://schemas.microsoft.com/office/powerpoint/2010/main" val="7361151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И начинаем настраивать </a:t>
            </a:r>
            <a:r>
              <a:rPr lang="en-US" dirty="0" err="1" smtClean="0"/>
              <a:t>kerberos</a:t>
            </a:r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3172108"/>
            <a:ext cx="9139158" cy="544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935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Часть настроечного файла я не показываю, то что прописывается автоматически. А вот свою часть </a:t>
            </a:r>
            <a:r>
              <a:rPr lang="en-US" dirty="0" err="1" smtClean="0"/>
              <a:t>domain_realm</a:t>
            </a:r>
            <a:r>
              <a:rPr lang="en-US" dirty="0" smtClean="0"/>
              <a:t> </a:t>
            </a:r>
            <a:r>
              <a:rPr lang="ru-RU" dirty="0" smtClean="0"/>
              <a:t>нужно прописать ручками</a:t>
            </a:r>
            <a:endParaRPr lang="ru-RU" dirty="0"/>
          </a:p>
        </p:txBody>
      </p:sp>
      <p:pic>
        <p:nvPicPr>
          <p:cNvPr id="6" name="Объект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2204864"/>
            <a:ext cx="7032632" cy="4527257"/>
          </a:xfrm>
        </p:spPr>
      </p:pic>
    </p:spTree>
    <p:extLst>
      <p:ext uri="{BB962C8B-B14F-4D97-AF65-F5344CB8AC3E}">
        <p14:creationId xmlns:p14="http://schemas.microsoft.com/office/powerpoint/2010/main" val="431869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95536" y="62068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Инициализируем:</a:t>
            </a:r>
            <a:br>
              <a:rPr lang="ru-RU" dirty="0" smtClean="0"/>
            </a:br>
            <a:r>
              <a:rPr lang="en-US" dirty="0" err="1" smtClean="0"/>
              <a:t>kinit</a:t>
            </a:r>
            <a:r>
              <a:rPr lang="en-US" dirty="0" smtClean="0"/>
              <a:t> </a:t>
            </a:r>
            <a:r>
              <a:rPr lang="en-US" dirty="0" err="1" smtClean="0">
                <a:hlinkClick r:id="rId2"/>
              </a:rPr>
              <a:t>Administrator@WINDOMAIN.LOC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ru-RU" dirty="0" smtClean="0"/>
              <a:t>и проверяем соединение: </a:t>
            </a:r>
            <a:r>
              <a:rPr lang="en-US" dirty="0" err="1" smtClean="0"/>
              <a:t>klist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9003" y="2852936"/>
            <a:ext cx="8283520" cy="2016224"/>
          </a:xfrm>
        </p:spPr>
      </p:pic>
    </p:spTree>
    <p:extLst>
      <p:ext uri="{BB962C8B-B14F-4D97-AF65-F5344CB8AC3E}">
        <p14:creationId xmlns:p14="http://schemas.microsoft.com/office/powerpoint/2010/main" val="1790061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39552" y="692696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Настраиваем </a:t>
            </a:r>
            <a:r>
              <a:rPr lang="en-US" dirty="0" smtClean="0"/>
              <a:t>/</a:t>
            </a:r>
            <a:r>
              <a:rPr lang="en-US" dirty="0" err="1" smtClean="0"/>
              <a:t>etc</a:t>
            </a:r>
            <a:r>
              <a:rPr lang="en-US" dirty="0" smtClean="0"/>
              <a:t>/samba/</a:t>
            </a:r>
            <a:r>
              <a:rPr lang="en-US" dirty="0" err="1" smtClean="0"/>
              <a:t>smb.conf</a:t>
            </a:r>
            <a:endParaRPr lang="ru-RU" dirty="0"/>
          </a:p>
        </p:txBody>
      </p:sp>
      <p:pic>
        <p:nvPicPr>
          <p:cNvPr id="11" name="Объект 10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2132856"/>
            <a:ext cx="6082711" cy="4525963"/>
          </a:xfrm>
        </p:spPr>
      </p:pic>
    </p:spTree>
    <p:extLst>
      <p:ext uri="{BB962C8B-B14F-4D97-AF65-F5344CB8AC3E}">
        <p14:creationId xmlns:p14="http://schemas.microsoft.com/office/powerpoint/2010/main" val="33696847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/>
              <a:t>Подключаем пользователя Администратор к </a:t>
            </a:r>
            <a:r>
              <a:rPr lang="ru-RU" dirty="0" err="1" smtClean="0"/>
              <a:t>линукс_клиенту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7" y="3717032"/>
            <a:ext cx="10028723" cy="288032"/>
          </a:xfrm>
        </p:spPr>
      </p:pic>
    </p:spTree>
    <p:extLst>
      <p:ext uri="{BB962C8B-B14F-4D97-AF65-F5344CB8AC3E}">
        <p14:creationId xmlns:p14="http://schemas.microsoft.com/office/powerpoint/2010/main" val="269705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3528" y="260648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И </a:t>
            </a:r>
            <a:r>
              <a:rPr lang="ru-RU" smtClean="0"/>
              <a:t>проверяем включение </a:t>
            </a:r>
            <a:r>
              <a:rPr lang="ru-RU" dirty="0" smtClean="0"/>
              <a:t>компьютера в домен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6648" y="1836086"/>
            <a:ext cx="5570703" cy="4054191"/>
          </a:xfrm>
        </p:spPr>
      </p:pic>
    </p:spTree>
    <p:extLst>
      <p:ext uri="{BB962C8B-B14F-4D97-AF65-F5344CB8AC3E}">
        <p14:creationId xmlns:p14="http://schemas.microsoft.com/office/powerpoint/2010/main" val="2330988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96</Words>
  <Application>Microsoft Office PowerPoint</Application>
  <PresentationFormat>Экран (4:3)</PresentationFormat>
  <Paragraphs>16</Paragraphs>
  <Slides>15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16" baseType="lpstr">
      <vt:lpstr>Тема Office</vt:lpstr>
      <vt:lpstr>Настройка samba_client в WindowsAD</vt:lpstr>
      <vt:lpstr>Подразумеваем, что Windows AD у нас установлен и настроен</vt:lpstr>
      <vt:lpstr>Настраиваем сеть так как мы уже умеем</vt:lpstr>
      <vt:lpstr>Проверяем связь с Windows DC</vt:lpstr>
      <vt:lpstr>На Linux-Client настраиваем ntp (совпадение времени на сервере и клиенте)</vt:lpstr>
      <vt:lpstr>Прописываем сервер времени в /etc/systemd/timesyncd.conf</vt:lpstr>
      <vt:lpstr>Устанавливаем все необходимые пакеты на стороне samba-клиента</vt:lpstr>
      <vt:lpstr>Прописываем адрес контроллера домена</vt:lpstr>
      <vt:lpstr>Устанавливаем kerberos и winbind</vt:lpstr>
      <vt:lpstr>И начинаем настраивать kerberos</vt:lpstr>
      <vt:lpstr>Часть настроечного файла я не показываю, то что прописывается автоматически. А вот свою часть domain_realm нужно прописать ручками</vt:lpstr>
      <vt:lpstr>Инициализируем: kinit Administrator@WINDOMAIN.LOC и проверяем соединение: klist</vt:lpstr>
      <vt:lpstr>Настраиваем /etc/samba/smb.conf</vt:lpstr>
      <vt:lpstr>Подключаем пользователя Администратор к линукс_клиенту</vt:lpstr>
      <vt:lpstr>И проверяем включение компьютера в домен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Настройка DNS</dc:title>
  <dc:creator>нет2 каби</dc:creator>
  <cp:lastModifiedBy>нет2 каби</cp:lastModifiedBy>
  <cp:revision>13</cp:revision>
  <dcterms:created xsi:type="dcterms:W3CDTF">2024-03-03T17:38:36Z</dcterms:created>
  <dcterms:modified xsi:type="dcterms:W3CDTF">2026-10-17T18:14:28Z</dcterms:modified>
</cp:coreProperties>
</file>