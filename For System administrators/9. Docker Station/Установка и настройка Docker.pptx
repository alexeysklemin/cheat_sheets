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30" d="100"/>
          <a:sy n="130" d="100"/>
        </p:scale>
        <p:origin x="-5" y="223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hub.docker.com/r/dockurr/windows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Установка и настройка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студентов ССА-3 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7061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7544" y="476672"/>
            <a:ext cx="8003232" cy="1162050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гибкой и быстрой установки необходимо сначала проверить версию дистрибутива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050" y="2555982"/>
            <a:ext cx="5111750" cy="2498511"/>
          </a:xfrm>
        </p:spPr>
      </p:pic>
      <p:sp>
        <p:nvSpPr>
          <p:cNvPr id="6" name="Текст 5"/>
          <p:cNvSpPr>
            <a:spLocks noGrp="1"/>
          </p:cNvSpPr>
          <p:nvPr>
            <p:ph type="body" sz="half" idx="2"/>
          </p:nvPr>
        </p:nvSpPr>
        <p:spPr>
          <a:xfrm>
            <a:off x="457200" y="1988840"/>
            <a:ext cx="3008313" cy="4137323"/>
          </a:xfrm>
        </p:spPr>
        <p:txBody>
          <a:bodyPr/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en-US" dirty="0" err="1" smtClean="0"/>
              <a:t>dmesg</a:t>
            </a:r>
            <a:r>
              <a:rPr lang="en-US" dirty="0" smtClean="0"/>
              <a:t> </a:t>
            </a:r>
            <a:r>
              <a:rPr lang="en-US" dirty="0"/>
              <a:t>| </a:t>
            </a:r>
            <a:r>
              <a:rPr lang="en-US" dirty="0" err="1"/>
              <a:t>grep</a:t>
            </a:r>
            <a:r>
              <a:rPr lang="en-US" dirty="0"/>
              <a:t> '</a:t>
            </a:r>
            <a:r>
              <a:rPr lang="en-US" dirty="0" err="1"/>
              <a:t>Debian</a:t>
            </a:r>
            <a:r>
              <a:rPr lang="en-US" dirty="0"/>
              <a:t>'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5800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19256" cy="1162050"/>
          </a:xfrm>
        </p:spPr>
        <p:txBody>
          <a:bodyPr/>
          <a:lstStyle/>
          <a:p>
            <a:pPr algn="ctr"/>
            <a: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Далее скачиваются и устанавливаются необходимые </a:t>
            </a:r>
            <a:r>
              <a:rPr lang="ru-RU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утилиты для </a:t>
            </a:r>
            <a: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работы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050" y="2610941"/>
            <a:ext cx="5111750" cy="2396530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en-US" dirty="0" smtClean="0"/>
              <a:t>apt </a:t>
            </a:r>
            <a:r>
              <a:rPr lang="en-US" dirty="0"/>
              <a:t>update &amp;&amp; apt install curl </a:t>
            </a:r>
            <a:r>
              <a:rPr lang="en-US" dirty="0" err="1"/>
              <a:t>nano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-certificates -y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9530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91264" cy="1162050"/>
          </a:xfrm>
        </p:spPr>
        <p:txBody>
          <a:bodyPr>
            <a:noAutofit/>
          </a:bodyPr>
          <a:lstStyle/>
          <a:p>
            <a:pPr algn="ctr"/>
            <a: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Если мы </a:t>
            </a:r>
            <a: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просто </a:t>
            </a:r>
            <a: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копируем данный скрипт, то получаем ошибку. В том числе ошибка о доступе.</a:t>
            </a:r>
            <a:endParaRPr lang="ru-RU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050" y="2775223"/>
            <a:ext cx="5111750" cy="848767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en-US" dirty="0" err="1" smtClean="0"/>
              <a:t>mkdir</a:t>
            </a:r>
            <a:r>
              <a:rPr lang="en-US" dirty="0" smtClean="0"/>
              <a:t> </a:t>
            </a:r>
            <a:r>
              <a:rPr lang="en-US" dirty="0"/>
              <a:t>-p /</a:t>
            </a:r>
            <a:r>
              <a:rPr lang="en-US" dirty="0" err="1"/>
              <a:t>etc</a:t>
            </a:r>
            <a:r>
              <a:rPr lang="en-US" dirty="0"/>
              <a:t>/apt/</a:t>
            </a:r>
            <a:r>
              <a:rPr lang="en-US" dirty="0" err="1"/>
              <a:t>keyrings</a:t>
            </a:r>
            <a:r>
              <a:rPr lang="en-US" dirty="0"/>
              <a:t> &amp;\</a:t>
            </a:r>
          </a:p>
          <a:p>
            <a:r>
              <a:rPr lang="en-US" dirty="0" err="1"/>
              <a:t>chmod</a:t>
            </a:r>
            <a:r>
              <a:rPr lang="en-US" dirty="0"/>
              <a:t> 755 /</a:t>
            </a:r>
            <a:r>
              <a:rPr lang="en-US" dirty="0" err="1"/>
              <a:t>etc</a:t>
            </a:r>
            <a:r>
              <a:rPr lang="en-US" dirty="0"/>
              <a:t>/apt/</a:t>
            </a:r>
            <a:r>
              <a:rPr lang="en-US" dirty="0" err="1"/>
              <a:t>keyrings</a:t>
            </a:r>
            <a:r>
              <a:rPr lang="en-US" dirty="0"/>
              <a:t> &amp;&amp;\</a:t>
            </a:r>
          </a:p>
          <a:p>
            <a:r>
              <a:rPr lang="en-US" dirty="0"/>
              <a:t>curl </a:t>
            </a:r>
            <a:r>
              <a:rPr lang="en-US" dirty="0" smtClean="0"/>
              <a:t>–</a:t>
            </a:r>
            <a:r>
              <a:rPr lang="en-US" dirty="0" err="1" smtClean="0"/>
              <a:t>fsSL</a:t>
            </a:r>
            <a:r>
              <a:rPr lang="ru-RU" dirty="0" smtClean="0"/>
              <a:t> </a:t>
            </a:r>
            <a:r>
              <a:rPr lang="en-US" dirty="0" smtClean="0"/>
              <a:t>https</a:t>
            </a:r>
            <a:r>
              <a:rPr lang="en-US" dirty="0"/>
              <a:t>://download.docker.com/linux/debian/gpg -o /</a:t>
            </a:r>
            <a:r>
              <a:rPr lang="en-US" dirty="0" err="1"/>
              <a:t>etc</a:t>
            </a:r>
            <a:r>
              <a:rPr lang="en-US" dirty="0"/>
              <a:t>/apt/</a:t>
            </a:r>
            <a:r>
              <a:rPr lang="en-US" dirty="0" err="1"/>
              <a:t>keyrings</a:t>
            </a:r>
            <a:r>
              <a:rPr lang="en-US" dirty="0"/>
              <a:t>/</a:t>
            </a:r>
            <a:r>
              <a:rPr lang="en-US" dirty="0" err="1"/>
              <a:t>docker.asc</a:t>
            </a:r>
            <a:r>
              <a:rPr lang="en-US" dirty="0"/>
              <a:t> &amp;&amp;\</a:t>
            </a:r>
          </a:p>
          <a:p>
            <a:r>
              <a:rPr lang="en-US" dirty="0" err="1"/>
              <a:t>chmod</a:t>
            </a:r>
            <a:r>
              <a:rPr lang="en-US" dirty="0"/>
              <a:t> 444 /</a:t>
            </a:r>
            <a:r>
              <a:rPr lang="en-US" dirty="0" err="1" smtClean="0"/>
              <a:t>etc</a:t>
            </a:r>
            <a:r>
              <a:rPr lang="en-US" dirty="0" smtClean="0"/>
              <a:t>/apt/</a:t>
            </a:r>
            <a:r>
              <a:rPr lang="en-US" dirty="0" err="1" smtClean="0"/>
              <a:t>keyrings</a:t>
            </a:r>
            <a:r>
              <a:rPr lang="en-US" dirty="0" smtClean="0"/>
              <a:t>/</a:t>
            </a:r>
            <a:r>
              <a:rPr lang="en-US" dirty="0" err="1" smtClean="0"/>
              <a:t>docker.asc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8016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19256" cy="1162050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Однако если мы разобьём команды </a:t>
            </a:r>
            <a:b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то добьемся большего успеха</a:t>
            </a:r>
            <a:endParaRPr lang="ru-RU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050" y="3298700"/>
            <a:ext cx="5111750" cy="941638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en-US" dirty="0" smtClean="0"/>
              <a:t>&gt;</a:t>
            </a:r>
            <a:r>
              <a:rPr lang="en-US" dirty="0" err="1" smtClean="0"/>
              <a:t>mkdir</a:t>
            </a:r>
            <a:r>
              <a:rPr lang="en-US" dirty="0" smtClean="0"/>
              <a:t> </a:t>
            </a:r>
            <a:r>
              <a:rPr lang="en-US" dirty="0"/>
              <a:t>-p /</a:t>
            </a:r>
            <a:r>
              <a:rPr lang="en-US" dirty="0" err="1"/>
              <a:t>etc</a:t>
            </a:r>
            <a:r>
              <a:rPr lang="en-US" dirty="0"/>
              <a:t>/apt/</a:t>
            </a:r>
            <a:r>
              <a:rPr lang="en-US" dirty="0" err="1"/>
              <a:t>keyrings</a:t>
            </a:r>
            <a:r>
              <a:rPr lang="en-US" dirty="0"/>
              <a:t> </a:t>
            </a:r>
          </a:p>
          <a:p>
            <a:r>
              <a:rPr lang="en-US" dirty="0" smtClean="0"/>
              <a:t>&gt;</a:t>
            </a:r>
            <a:r>
              <a:rPr lang="en-US" dirty="0" err="1" smtClean="0"/>
              <a:t>chmod</a:t>
            </a:r>
            <a:r>
              <a:rPr lang="en-US" dirty="0" smtClean="0"/>
              <a:t> </a:t>
            </a:r>
            <a:r>
              <a:rPr lang="en-US" dirty="0"/>
              <a:t>755 /</a:t>
            </a:r>
            <a:r>
              <a:rPr lang="en-US" dirty="0" err="1"/>
              <a:t>etc</a:t>
            </a:r>
            <a:r>
              <a:rPr lang="en-US" dirty="0"/>
              <a:t>/apt/</a:t>
            </a:r>
            <a:r>
              <a:rPr lang="en-US" dirty="0" err="1"/>
              <a:t>keyrings</a:t>
            </a:r>
            <a:r>
              <a:rPr lang="en-US" dirty="0"/>
              <a:t> </a:t>
            </a:r>
          </a:p>
          <a:p>
            <a:r>
              <a:rPr lang="en-US" dirty="0" smtClean="0"/>
              <a:t>&gt;curl –</a:t>
            </a:r>
            <a:r>
              <a:rPr lang="en-US" dirty="0" err="1" smtClean="0"/>
              <a:t>fsSL</a:t>
            </a:r>
            <a:r>
              <a:rPr lang="ru-RU" dirty="0" smtClean="0"/>
              <a:t> </a:t>
            </a:r>
            <a:r>
              <a:rPr lang="en-US" dirty="0" smtClean="0"/>
              <a:t>https</a:t>
            </a:r>
            <a:r>
              <a:rPr lang="en-US" dirty="0"/>
              <a:t>://download.docker.com/linux/debian/gpg -o /</a:t>
            </a:r>
            <a:r>
              <a:rPr lang="en-US" dirty="0" err="1" smtClean="0"/>
              <a:t>etc</a:t>
            </a:r>
            <a:r>
              <a:rPr lang="en-US" dirty="0" smtClean="0"/>
              <a:t>/apt/</a:t>
            </a:r>
            <a:r>
              <a:rPr lang="en-US" dirty="0" err="1" smtClean="0"/>
              <a:t>keyrings</a:t>
            </a:r>
            <a:r>
              <a:rPr lang="en-US" dirty="0" smtClean="0"/>
              <a:t>/</a:t>
            </a:r>
            <a:r>
              <a:rPr lang="en-US" dirty="0" err="1" smtClean="0"/>
              <a:t>docker.asc</a:t>
            </a:r>
            <a:endParaRPr lang="en-US" dirty="0"/>
          </a:p>
          <a:p>
            <a:r>
              <a:rPr lang="en-US" dirty="0" smtClean="0"/>
              <a:t>&gt;</a:t>
            </a:r>
            <a:r>
              <a:rPr lang="en-US" dirty="0" err="1" smtClean="0"/>
              <a:t>chmod</a:t>
            </a:r>
            <a:r>
              <a:rPr lang="en-US" dirty="0" smtClean="0"/>
              <a:t> </a:t>
            </a:r>
            <a:r>
              <a:rPr lang="en-US" dirty="0"/>
              <a:t>444 /</a:t>
            </a:r>
            <a:r>
              <a:rPr lang="en-US" dirty="0" err="1" smtClean="0"/>
              <a:t>etc</a:t>
            </a:r>
            <a:r>
              <a:rPr lang="en-US" dirty="0" smtClean="0"/>
              <a:t>/apt/</a:t>
            </a:r>
            <a:r>
              <a:rPr lang="en-US" dirty="0" err="1" smtClean="0"/>
              <a:t>keyrings</a:t>
            </a:r>
            <a:r>
              <a:rPr lang="en-US" dirty="0" smtClean="0"/>
              <a:t>/</a:t>
            </a:r>
            <a:r>
              <a:rPr lang="en-US" dirty="0" err="1" smtClean="0"/>
              <a:t>docker.asc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2409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19256" cy="1162050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Далее корректируем список </a:t>
            </a:r>
            <a:r>
              <a:rPr lang="ru-RU" sz="32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репозитория</a:t>
            </a:r>
            <a:endParaRPr lang="ru-RU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050" y="3282075"/>
            <a:ext cx="5111750" cy="974888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r>
              <a:rPr lang="en-US" dirty="0" smtClean="0"/>
              <a:t>echo </a:t>
            </a:r>
            <a:r>
              <a:rPr lang="en-US" dirty="0"/>
              <a:t>\</a:t>
            </a:r>
          </a:p>
          <a:p>
            <a:r>
              <a:rPr lang="en-US" dirty="0"/>
              <a:t>"deb [arch=$(</a:t>
            </a:r>
            <a:r>
              <a:rPr lang="en-US" dirty="0" err="1"/>
              <a:t>dpkg</a:t>
            </a:r>
            <a:r>
              <a:rPr lang="en-US" dirty="0"/>
              <a:t> --print-architecture) signed-by=/</a:t>
            </a:r>
            <a:r>
              <a:rPr lang="en-US" dirty="0" err="1"/>
              <a:t>etc</a:t>
            </a:r>
            <a:r>
              <a:rPr lang="en-US" dirty="0"/>
              <a:t>/apt/</a:t>
            </a:r>
            <a:r>
              <a:rPr lang="en-US" dirty="0" err="1"/>
              <a:t>keyrings</a:t>
            </a:r>
            <a:r>
              <a:rPr lang="en-US" dirty="0"/>
              <a:t>/</a:t>
            </a:r>
            <a:r>
              <a:rPr lang="en-US" dirty="0" err="1"/>
              <a:t>docker.asc</a:t>
            </a:r>
            <a:r>
              <a:rPr lang="en-US" dirty="0"/>
              <a:t>] \</a:t>
            </a:r>
          </a:p>
          <a:p>
            <a:r>
              <a:rPr lang="en-US" dirty="0"/>
              <a:t>https://download.docker.com/linux/debian \</a:t>
            </a:r>
          </a:p>
          <a:p>
            <a:r>
              <a:rPr lang="en-US" dirty="0"/>
              <a:t>$(.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os</a:t>
            </a:r>
            <a:r>
              <a:rPr lang="en-US" dirty="0"/>
              <a:t>-release &amp;&amp; echo "$VERSION_CODENAME") stable" | \</a:t>
            </a:r>
          </a:p>
          <a:p>
            <a:r>
              <a:rPr lang="en-US" dirty="0" err="1"/>
              <a:t>sudo</a:t>
            </a:r>
            <a:r>
              <a:rPr lang="en-US" dirty="0"/>
              <a:t> tee /</a:t>
            </a:r>
            <a:r>
              <a:rPr lang="en-US" dirty="0" err="1"/>
              <a:t>etc</a:t>
            </a:r>
            <a:r>
              <a:rPr lang="en-US" dirty="0"/>
              <a:t>/apt/</a:t>
            </a:r>
            <a:r>
              <a:rPr lang="en-US" dirty="0" err="1"/>
              <a:t>sources.list.d</a:t>
            </a:r>
            <a:r>
              <a:rPr lang="en-US" dirty="0"/>
              <a:t>/</a:t>
            </a:r>
            <a:r>
              <a:rPr lang="en-US" dirty="0" err="1"/>
              <a:t>docker.list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9059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19256" cy="1162050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Наконец устанавливаем сам </a:t>
            </a:r>
            <a:r>
              <a:rPr lang="en-US" sz="32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</a:t>
            </a:r>
            <a:endParaRPr lang="ru-RU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050" y="2701631"/>
            <a:ext cx="5111750" cy="2135775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dirty="0"/>
              <a:t> </a:t>
            </a:r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fr-FR" dirty="0" smtClean="0"/>
              <a:t>apt </a:t>
            </a:r>
            <a:r>
              <a:rPr lang="fr-FR" dirty="0"/>
              <a:t>update &amp;&amp; apt install docker-ce docker-ce-cli containerd.io 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3635896" y="5085184"/>
            <a:ext cx="5112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Следует отметить, что по </a:t>
            </a:r>
            <a:r>
              <a:rPr lang="en-US" dirty="0" err="1" smtClean="0"/>
              <a:t>ssh</a:t>
            </a:r>
            <a:r>
              <a:rPr lang="en-US" dirty="0" smtClean="0"/>
              <a:t> </a:t>
            </a:r>
            <a:r>
              <a:rPr lang="ru-RU" dirty="0" smtClean="0"/>
              <a:t>команда </a:t>
            </a:r>
            <a:r>
              <a:rPr lang="en-US" dirty="0" smtClean="0"/>
              <a:t>apt update</a:t>
            </a:r>
            <a:r>
              <a:rPr lang="ru-RU" dirty="0" smtClean="0"/>
              <a:t> не срабатывала, но </a:t>
            </a:r>
            <a:r>
              <a:rPr lang="en-US" dirty="0" smtClean="0"/>
              <a:t> </a:t>
            </a:r>
            <a:r>
              <a:rPr lang="ru-RU" dirty="0" smtClean="0"/>
              <a:t>возможно вам повезет или вы работаете непосредственно в </a:t>
            </a:r>
            <a:r>
              <a:rPr lang="en-US" dirty="0" smtClean="0"/>
              <a:t>Linux</a:t>
            </a:r>
            <a:r>
              <a:rPr lang="ru-RU" dirty="0" smtClean="0"/>
              <a:t>, </a:t>
            </a:r>
            <a:r>
              <a:rPr lang="ru-RU" dirty="0" smtClean="0"/>
              <a:t>тогда сложностей возникнуть не должно.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4689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363272" cy="1162050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Настраиваем сам сервис</a:t>
            </a:r>
            <a:b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для постоянной работы</a:t>
            </a:r>
            <a:endParaRPr lang="ru-RU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050" y="2993456"/>
            <a:ext cx="5111750" cy="1552125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/>
              <a:t>systemctl</a:t>
            </a:r>
            <a:r>
              <a:rPr lang="en-US" dirty="0"/>
              <a:t> enable </a:t>
            </a:r>
            <a:r>
              <a:rPr lang="en-US" dirty="0" err="1"/>
              <a:t>docker.service</a:t>
            </a:r>
            <a:endParaRPr lang="en-US" dirty="0"/>
          </a:p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enable </a:t>
            </a:r>
            <a:r>
              <a:rPr lang="en-US" dirty="0" err="1"/>
              <a:t>containerd.service</a:t>
            </a:r>
            <a:endParaRPr lang="en-US" dirty="0"/>
          </a:p>
          <a:p>
            <a:r>
              <a:rPr lang="en-US" dirty="0" err="1"/>
              <a:t>systemctl</a:t>
            </a:r>
            <a:r>
              <a:rPr lang="en-US" dirty="0"/>
              <a:t> status </a:t>
            </a:r>
            <a:r>
              <a:rPr lang="en-US" dirty="0" err="1"/>
              <a:t>docker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4900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91264" cy="1162050"/>
          </a:xfrm>
        </p:spPr>
        <p:txBody>
          <a:bodyPr>
            <a:noAutofit/>
          </a:bodyPr>
          <a:lstStyle/>
          <a:p>
            <a:pPr algn="ctr"/>
            <a: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Если мы выполняем команду </a:t>
            </a:r>
            <a:b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</a:t>
            </a: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pull </a:t>
            </a:r>
            <a:r>
              <a:rPr lang="en-US" sz="32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ubuntu</a:t>
            </a: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sz="32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nginx</a:t>
            </a:r>
            <a: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прямолинейно, </a:t>
            </a:r>
            <a:b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то получаем ошибку</a:t>
            </a:r>
            <a:endParaRPr lang="ru-RU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050" y="3439211"/>
            <a:ext cx="5111750" cy="660615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r>
              <a:rPr lang="en-US" dirty="0" err="1" smtClean="0"/>
              <a:t>docker</a:t>
            </a:r>
            <a:r>
              <a:rPr lang="en-US" dirty="0" smtClean="0"/>
              <a:t> </a:t>
            </a:r>
            <a:r>
              <a:rPr lang="en-US" dirty="0"/>
              <a:t>pull </a:t>
            </a:r>
            <a:r>
              <a:rPr lang="en-US" dirty="0" err="1"/>
              <a:t>ubuntu</a:t>
            </a:r>
            <a:r>
              <a:rPr lang="en-US" dirty="0"/>
              <a:t>/</a:t>
            </a:r>
            <a:r>
              <a:rPr lang="en-US" dirty="0" err="1"/>
              <a:t>nginx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5481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91264" cy="1162050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Поэтому выполнять нужно через </a:t>
            </a:r>
            <a:r>
              <a:rPr lang="en-US" sz="32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sudo</a:t>
            </a:r>
            <a:endParaRPr lang="ru-RU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050" y="3220910"/>
            <a:ext cx="5111750" cy="1097218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 smtClean="0"/>
              <a:t>docker</a:t>
            </a:r>
            <a:r>
              <a:rPr lang="en-US" dirty="0" smtClean="0"/>
              <a:t> </a:t>
            </a:r>
            <a:r>
              <a:rPr lang="en-US" dirty="0"/>
              <a:t>pull </a:t>
            </a:r>
            <a:r>
              <a:rPr lang="en-US" dirty="0" err="1"/>
              <a:t>ubuntu</a:t>
            </a:r>
            <a:r>
              <a:rPr lang="en-US" dirty="0"/>
              <a:t>/</a:t>
            </a:r>
            <a:r>
              <a:rPr lang="en-US" dirty="0" err="1"/>
              <a:t>nginx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061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91264" cy="1162050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/>
              <a:t>Эту команду тоже нужно выполнять </a:t>
            </a:r>
            <a:br>
              <a:rPr lang="ru-RU" sz="3200" dirty="0" smtClean="0"/>
            </a:br>
            <a:r>
              <a:rPr lang="ru-RU" sz="3200" dirty="0" smtClean="0"/>
              <a:t>от </a:t>
            </a:r>
            <a:r>
              <a:rPr lang="ru-RU" sz="3200" dirty="0" err="1" smtClean="0"/>
              <a:t>суперпользователя</a:t>
            </a:r>
            <a:endParaRPr lang="ru-RU" sz="3200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050" y="3080771"/>
            <a:ext cx="5111750" cy="1377495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en-US" dirty="0" err="1" smtClean="0"/>
              <a:t>docker</a:t>
            </a:r>
            <a:r>
              <a:rPr lang="en-US" dirty="0" smtClean="0"/>
              <a:t> </a:t>
            </a:r>
            <a:r>
              <a:rPr lang="en-US" dirty="0"/>
              <a:t>run -d --name </a:t>
            </a:r>
            <a:r>
              <a:rPr lang="en-US" dirty="0" err="1"/>
              <a:t>nginx</a:t>
            </a:r>
            <a:r>
              <a:rPr lang="en-US" dirty="0"/>
              <a:t>-container -e TZ=UTC -p 8080:80 </a:t>
            </a:r>
            <a:r>
              <a:rPr lang="en-US" dirty="0" err="1"/>
              <a:t>ubuntu</a:t>
            </a:r>
            <a:r>
              <a:rPr lang="en-US" dirty="0"/>
              <a:t>/nginx:1.18-22.04_beta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9305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 обращении на порт 8080 получаем такой результат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844823"/>
            <a:ext cx="8292371" cy="2279997"/>
          </a:xfrm>
        </p:spPr>
      </p:pic>
    </p:spTree>
    <p:extLst>
      <p:ext uri="{BB962C8B-B14F-4D97-AF65-F5344CB8AC3E}">
        <p14:creationId xmlns:p14="http://schemas.microsoft.com/office/powerpoint/2010/main" val="3211025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10" name="Объект 9"/>
          <p:cNvSpPr>
            <a:spLocks noGrp="1"/>
          </p:cNvSpPr>
          <p:nvPr>
            <p:ph sz="half" idx="1"/>
          </p:nvPr>
        </p:nvSpPr>
        <p:spPr>
          <a:xfrm>
            <a:off x="395536" y="1196752"/>
            <a:ext cx="4038600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dirty="0" smtClean="0"/>
              <a:t>	</a:t>
            </a:r>
            <a:r>
              <a:rPr lang="ru-RU" sz="2000" dirty="0" smtClean="0"/>
              <a:t>В заключении хочу извиниться, что представляю вашему вниманию довольно простую реализацию. Поэтому в качестве домашнего задания вам </a:t>
            </a:r>
            <a:r>
              <a:rPr lang="ru-RU" sz="2000" b="1" dirty="0" smtClean="0"/>
              <a:t>либо</a:t>
            </a:r>
            <a:r>
              <a:rPr lang="ru-RU" sz="2000" dirty="0" smtClean="0"/>
              <a:t> настроить </a:t>
            </a:r>
            <a:r>
              <a:rPr lang="en-US" sz="2000" dirty="0" err="1" smtClean="0"/>
              <a:t>nginx</a:t>
            </a:r>
            <a:r>
              <a:rPr lang="ru-RU" sz="2000" dirty="0" smtClean="0"/>
              <a:t> (шпаргалка по настройке </a:t>
            </a:r>
            <a:r>
              <a:rPr lang="en-US" sz="2000" dirty="0" err="1"/>
              <a:t>nginx</a:t>
            </a:r>
            <a:r>
              <a:rPr lang="ru-RU" sz="2000" dirty="0"/>
              <a:t> </a:t>
            </a:r>
            <a:r>
              <a:rPr lang="ru-RU" sz="2000" dirty="0" smtClean="0"/>
              <a:t> у нас с вами есть) в том </a:t>
            </a:r>
            <a:r>
              <a:rPr lang="en-US" sz="2000" dirty="0" err="1" smtClean="0"/>
              <a:t>docker</a:t>
            </a:r>
            <a:r>
              <a:rPr lang="ru-RU" sz="2000" dirty="0" smtClean="0"/>
              <a:t>, что мы с вами установили, </a:t>
            </a:r>
            <a:r>
              <a:rPr lang="ru-RU" sz="2000" b="1" dirty="0" smtClean="0"/>
              <a:t>либо</a:t>
            </a:r>
            <a:r>
              <a:rPr lang="ru-RU" sz="2000" dirty="0" smtClean="0"/>
              <a:t> установить </a:t>
            </a:r>
            <a:r>
              <a:rPr lang="en-US" sz="2000" dirty="0" err="1" smtClean="0"/>
              <a:t>docker</a:t>
            </a:r>
            <a:r>
              <a:rPr lang="ru-RU" sz="2000" dirty="0" smtClean="0"/>
              <a:t> с</a:t>
            </a:r>
            <a:r>
              <a:rPr lang="en-US" sz="2000" dirty="0"/>
              <a:t> Windows </a:t>
            </a:r>
            <a:r>
              <a:rPr lang="en-US" sz="2000" dirty="0" err="1"/>
              <a:t>docker</a:t>
            </a:r>
            <a:r>
              <a:rPr lang="en-US" sz="2000" dirty="0"/>
              <a:t> pull </a:t>
            </a:r>
            <a:r>
              <a:rPr lang="en-US" sz="2000" dirty="0" err="1"/>
              <a:t>dockurr</a:t>
            </a:r>
            <a:r>
              <a:rPr lang="en-US" sz="2000" dirty="0"/>
              <a:t>/windows</a:t>
            </a:r>
            <a:r>
              <a:rPr lang="ru-RU" sz="2000" dirty="0" smtClean="0"/>
              <a:t> </a:t>
            </a:r>
          </a:p>
          <a:p>
            <a:pPr marL="0" indent="0" algn="just">
              <a:buNone/>
            </a:pPr>
            <a:r>
              <a:rPr lang="en-US" sz="2000" dirty="0" smtClean="0"/>
              <a:t>c</a:t>
            </a:r>
            <a:r>
              <a:rPr lang="ru-RU" sz="2000" dirty="0" smtClean="0"/>
              <a:t> адреса</a:t>
            </a:r>
            <a:r>
              <a:rPr lang="en-US" sz="2000" dirty="0"/>
              <a:t>: </a:t>
            </a:r>
            <a:r>
              <a:rPr lang="en-US" sz="2000" dirty="0">
                <a:hlinkClick r:id="rId2"/>
              </a:rPr>
              <a:t>https://</a:t>
            </a:r>
            <a:r>
              <a:rPr lang="en-US" sz="2000" dirty="0" smtClean="0">
                <a:hlinkClick r:id="rId2"/>
              </a:rPr>
              <a:t>hub.docker.com/r/dockurr/windows</a:t>
            </a:r>
            <a:r>
              <a:rPr lang="en-US" sz="2000" dirty="0" smtClean="0"/>
              <a:t> </a:t>
            </a:r>
            <a:r>
              <a:rPr lang="ru-RU" sz="2000" dirty="0" smtClean="0"/>
              <a:t>сложность здесь будет в установке и настройке виртуальной машины (что мы с вами не практиковали), особенно если вы работаете в </a:t>
            </a:r>
            <a:r>
              <a:rPr lang="en-US" sz="2000" dirty="0" err="1" smtClean="0"/>
              <a:t>virtualBox</a:t>
            </a:r>
            <a:endParaRPr lang="ru-RU" sz="2000" dirty="0"/>
          </a:p>
        </p:txBody>
      </p:sp>
      <p:pic>
        <p:nvPicPr>
          <p:cNvPr id="12" name="Объект 11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697" y="1600200"/>
            <a:ext cx="1525605" cy="4525963"/>
          </a:xfrm>
        </p:spPr>
      </p:pic>
    </p:spTree>
    <p:extLst>
      <p:ext uri="{BB962C8B-B14F-4D97-AF65-F5344CB8AC3E}">
        <p14:creationId xmlns:p14="http://schemas.microsoft.com/office/powerpoint/2010/main" val="42471347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260</Words>
  <Application>Microsoft Office PowerPoint</Application>
  <PresentationFormat>Экран (4:3)</PresentationFormat>
  <Paragraphs>95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Установка и настройка Docker</vt:lpstr>
      <vt:lpstr>Для гибкой и быстрой установки необходимо сначала проверить версию дистрибутива</vt:lpstr>
      <vt:lpstr>Далее скачиваются и устанавливаются необходимые утилиты для работы</vt:lpstr>
      <vt:lpstr>Если мы просто копируем данный скрипт, то получаем ошибку. В том числе ошибка о доступе.</vt:lpstr>
      <vt:lpstr>Однако если мы разобьём команды  то добьемся большего успеха</vt:lpstr>
      <vt:lpstr>Далее корректируем список репозитория</vt:lpstr>
      <vt:lpstr>Наконец устанавливаем сам Docker</vt:lpstr>
      <vt:lpstr>Настраиваем сам сервис  для постоянной работы</vt:lpstr>
      <vt:lpstr>Если мы выполняем команду  docker pull ubuntu/nginx прямолинейно,  то получаем ошибку</vt:lpstr>
      <vt:lpstr>Поэтому выполнять нужно через sudo</vt:lpstr>
      <vt:lpstr>Эту команду тоже нужно выполнять  от суперпользователя</vt:lpstr>
      <vt:lpstr>При обращении на порт 8080 получаем такой результат</vt:lpstr>
      <vt:lpstr>Заключение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Установка и настройка Docker</dc:title>
  <dc:creator>нет2 каби</dc:creator>
  <cp:lastModifiedBy>нет2 каби</cp:lastModifiedBy>
  <cp:revision>6</cp:revision>
  <dcterms:created xsi:type="dcterms:W3CDTF">2025-01-04T18:58:46Z</dcterms:created>
  <dcterms:modified xsi:type="dcterms:W3CDTF">2026-10-17T18:42:47Z</dcterms:modified>
</cp:coreProperties>
</file>