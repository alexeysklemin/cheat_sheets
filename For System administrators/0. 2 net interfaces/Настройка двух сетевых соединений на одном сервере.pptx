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Настройка двух сетевых соединений на одном сервере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студентов ССА 3 курса</a:t>
            </a:r>
          </a:p>
        </p:txBody>
      </p:sp>
    </p:spTree>
    <p:extLst>
      <p:ext uri="{BB962C8B-B14F-4D97-AF65-F5344CB8AC3E}">
        <p14:creationId xmlns:p14="http://schemas.microsoft.com/office/powerpoint/2010/main" val="53277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Настройка сетевых интерфейсов в виртуальной машине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484783"/>
            <a:ext cx="8568952" cy="5256583"/>
          </a:xfrm>
        </p:spPr>
      </p:pic>
      <p:sp>
        <p:nvSpPr>
          <p:cNvPr id="7" name="TextBox 6"/>
          <p:cNvSpPr txBox="1"/>
          <p:nvPr/>
        </p:nvSpPr>
        <p:spPr>
          <a:xfrm>
            <a:off x="3059832" y="5589240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Важно, когда настаиваем подключение для внутренней сети, неразборчивый режим запретить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969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Настройка подключения, по которому сервер будет обращаться в Интернет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700808"/>
            <a:ext cx="8318510" cy="5029329"/>
          </a:xfrm>
        </p:spPr>
      </p:pic>
      <p:sp>
        <p:nvSpPr>
          <p:cNvPr id="5" name="TextBox 4"/>
          <p:cNvSpPr txBox="1"/>
          <p:nvPr/>
        </p:nvSpPr>
        <p:spPr>
          <a:xfrm>
            <a:off x="2843808" y="5589240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Важно, при настройке интернет соединения разрешить все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007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После команды </a:t>
            </a:r>
            <a:r>
              <a:rPr lang="en-US" dirty="0" err="1" smtClean="0"/>
              <a:t>ip</a:t>
            </a:r>
            <a:r>
              <a:rPr lang="en-US" dirty="0" smtClean="0"/>
              <a:t> a</a:t>
            </a:r>
            <a:r>
              <a:rPr lang="ru-RU" dirty="0" smtClean="0"/>
              <a:t> должно вывести такое сообщение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16832"/>
            <a:ext cx="8229600" cy="2649681"/>
          </a:xfrm>
        </p:spPr>
      </p:pic>
      <p:sp>
        <p:nvSpPr>
          <p:cNvPr id="6" name="TextBox 5"/>
          <p:cNvSpPr txBox="1"/>
          <p:nvPr/>
        </p:nvSpPr>
        <p:spPr>
          <a:xfrm>
            <a:off x="827584" y="5013176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что наша карточка не показывает своего статуса.</a:t>
            </a:r>
            <a:br>
              <a:rPr lang="ru-RU" dirty="0" smtClean="0"/>
            </a:br>
            <a:r>
              <a:rPr lang="ru-RU" dirty="0" smtClean="0"/>
              <a:t>В нашем </a:t>
            </a:r>
            <a:r>
              <a:rPr lang="ru-RU" dirty="0" smtClean="0"/>
              <a:t>случае </a:t>
            </a:r>
            <a:r>
              <a:rPr lang="ru-RU" dirty="0" smtClean="0"/>
              <a:t>не будет показываться та, что настроена на внутреннюю сеть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7498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Команда запуска редактирования сетевых настроек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74" y="2276872"/>
            <a:ext cx="8433949" cy="360040"/>
          </a:xfrm>
        </p:spPr>
      </p:pic>
      <p:sp>
        <p:nvSpPr>
          <p:cNvPr id="5" name="TextBox 4"/>
          <p:cNvSpPr txBox="1"/>
          <p:nvPr/>
        </p:nvSpPr>
        <p:spPr>
          <a:xfrm>
            <a:off x="683568" y="3429000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 данной команде отрывается для редактирования файл </a:t>
            </a:r>
            <a:r>
              <a:rPr lang="en-US" dirty="0" smtClean="0"/>
              <a:t>interfaces </a:t>
            </a:r>
            <a:r>
              <a:rPr lang="ru-RU" dirty="0" smtClean="0"/>
              <a:t>в котором хранятся настройки установленных в компьютер сетевых карточек, для взаимодействия как с внутренней сетью так и с внешней сетью Интернет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4202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Настройка статики по первому интерфейсу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97521"/>
            <a:ext cx="8229600" cy="3731320"/>
          </a:xfrm>
        </p:spPr>
      </p:pic>
      <p:sp>
        <p:nvSpPr>
          <p:cNvPr id="5" name="TextBox 4"/>
          <p:cNvSpPr txBox="1"/>
          <p:nvPr/>
        </p:nvSpPr>
        <p:spPr>
          <a:xfrm>
            <a:off x="6228184" y="3933056"/>
            <a:ext cx="248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Здесь мы указываем статический адрес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62922" y="4869160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Здесь мы указываем статический адрес для получение адреса от базовой </a:t>
            </a:r>
            <a:r>
              <a:rPr lang="ru-RU" dirty="0" smtClean="0"/>
              <a:t>машины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95536" y="5884823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Важно, что бы подсети не совпадали. То есть если роутер имеет адрес 192.168.0.1, то в вашей подсети сети должны быть по типу 192.168.1.1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390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После всех настроек важно перезагрузить сетевой сервис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93" y="2060848"/>
            <a:ext cx="8064907" cy="360040"/>
          </a:xfrm>
        </p:spPr>
      </p:pic>
    </p:spTree>
    <p:extLst>
      <p:ext uri="{BB962C8B-B14F-4D97-AF65-F5344CB8AC3E}">
        <p14:creationId xmlns:p14="http://schemas.microsoft.com/office/powerpoint/2010/main" val="4266315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Если у вас выдает сообщение об ошибке, что то настроено не так.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88840"/>
            <a:ext cx="8229600" cy="2049318"/>
          </a:xfrm>
        </p:spPr>
      </p:pic>
      <p:sp>
        <p:nvSpPr>
          <p:cNvPr id="5" name="TextBox 4"/>
          <p:cNvSpPr txBox="1"/>
          <p:nvPr/>
        </p:nvSpPr>
        <p:spPr>
          <a:xfrm>
            <a:off x="395536" y="4653136"/>
            <a:ext cx="8280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 smtClean="0"/>
              <a:t>Пройдитесь еще раз по презентации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3190957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173</Words>
  <Application>Microsoft Office PowerPoint</Application>
  <PresentationFormat>Экран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Настройка двух сетевых соединений на одном сервере</vt:lpstr>
      <vt:lpstr>Настройка сетевых интерфейсов в виртуальной машине</vt:lpstr>
      <vt:lpstr>Настройка подключения, по которому сервер будет обращаться в Интернет</vt:lpstr>
      <vt:lpstr>После команды ip a должно вывести такое сообщение</vt:lpstr>
      <vt:lpstr>Команда запуска редактирования сетевых настроек</vt:lpstr>
      <vt:lpstr>Настройка статики по первому интерфейсу</vt:lpstr>
      <vt:lpstr>После всех настроек важно перезагрузить сетевой сервис</vt:lpstr>
      <vt:lpstr>Если у вас выдает сообщение об ошибке, что то настроено не так.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двух сетевых соединений на одном сервере</dc:title>
  <dc:creator>нет2 каби</dc:creator>
  <cp:lastModifiedBy>нет2 каби</cp:lastModifiedBy>
  <cp:revision>5</cp:revision>
  <dcterms:created xsi:type="dcterms:W3CDTF">2024-02-23T18:22:01Z</dcterms:created>
  <dcterms:modified xsi:type="dcterms:W3CDTF">2024-04-23T16:36:24Z</dcterms:modified>
</cp:coreProperties>
</file>